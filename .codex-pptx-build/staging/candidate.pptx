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bc168471e24e63" /><Relationship Type="http://schemas.openxmlformats.org/officeDocument/2006/relationships/extended-properties" Target="/docProps/app.xml" Id="R2d3cbb4dbfc646d1" /><Relationship Type="http://schemas.openxmlformats.org/officeDocument/2006/relationships/officeDocument" Target="/ppt/presentation.xml" Id="Rdbb0e40675894909" /></Relationships>
</file>

<file path=ppt/presentation.xml><?xml version="1.0" encoding="utf-8"?>
<p:presentation xmlns:p="http://schemas.openxmlformats.org/presentationml/2006/main">
  <p:sldMasterIdLst>
    <p:sldMasterId xmlns:r="http://schemas.openxmlformats.org/officeDocument/2006/relationships" id="2147483648" r:id="R6ed7d3614a3c451e"/>
  </p:sldMasterIdLst>
  <p:notesMasterIdLst>
    <p:notesMasterId xmlns:r="http://schemas.openxmlformats.org/officeDocument/2006/relationships" r:id="Re70d899760a042e0"/>
  </p:notesMasterIdLst>
  <p:sldIdLst>
    <p:sldId xmlns:r="http://schemas.openxmlformats.org/officeDocument/2006/relationships" id="256" r:id="R0b2b27e6bdde428b"/>
    <p:sldId xmlns:r="http://schemas.openxmlformats.org/officeDocument/2006/relationships" id="257" r:id="R44cba0c865474469"/>
    <p:sldId xmlns:r="http://schemas.openxmlformats.org/officeDocument/2006/relationships" id="258" r:id="R56a72206987f49a6"/>
    <p:sldId xmlns:r="http://schemas.openxmlformats.org/officeDocument/2006/relationships" id="259" r:id="Rfbb3980f475f42bc"/>
    <p:sldId xmlns:r="http://schemas.openxmlformats.org/officeDocument/2006/relationships" id="260" r:id="R09e6869588af46a0"/>
    <p:sldId xmlns:r="http://schemas.openxmlformats.org/officeDocument/2006/relationships" id="261" r:id="Rdb022d6fda7b4499"/>
    <p:sldId xmlns:r="http://schemas.openxmlformats.org/officeDocument/2006/relationships" id="262" r:id="R41e5eca41e524a28"/>
    <p:sldId xmlns:r="http://schemas.openxmlformats.org/officeDocument/2006/relationships" id="263" r:id="Rf9f28087ee9447a9"/>
    <p:sldId xmlns:r="http://schemas.openxmlformats.org/officeDocument/2006/relationships" id="264" r:id="Rcc8b08f0a2234276"/>
    <p:sldId xmlns:r="http://schemas.openxmlformats.org/officeDocument/2006/relationships" id="265" r:id="Rc8e4141ec5334193"/>
    <p:sldId xmlns:r="http://schemas.openxmlformats.org/officeDocument/2006/relationships" id="266" r:id="Rc51d7b50a0324d72"/>
    <p:sldId xmlns:r="http://schemas.openxmlformats.org/officeDocument/2006/relationships" id="267" r:id="R655d0cfa62b14bad"/>
    <p:sldId xmlns:r="http://schemas.openxmlformats.org/officeDocument/2006/relationships" id="268" r:id="R02a94d0d870e45e4"/>
    <p:sldId xmlns:r="http://schemas.openxmlformats.org/officeDocument/2006/relationships" id="269" r:id="Recd640d079634763"/>
    <p:sldId xmlns:r="http://schemas.openxmlformats.org/officeDocument/2006/relationships" id="270" r:id="R1d59702900104432"/>
    <p:sldId xmlns:r="http://schemas.openxmlformats.org/officeDocument/2006/relationships" id="271" r:id="Rd10f5bb9630f4142"/>
    <p:sldId xmlns:r="http://schemas.openxmlformats.org/officeDocument/2006/relationships" id="272" r:id="Ref18e7a8596b440f"/>
    <p:sldId xmlns:r="http://schemas.openxmlformats.org/officeDocument/2006/relationships" id="273" r:id="R81bf22ea8b4f4950"/>
    <p:sldId xmlns:r="http://schemas.openxmlformats.org/officeDocument/2006/relationships" id="274" r:id="R63521eb8016b47a2"/>
    <p:sldId xmlns:r="http://schemas.openxmlformats.org/officeDocument/2006/relationships" id="275" r:id="Rd0ca3b592a514c32"/>
    <p:sldId xmlns:r="http://schemas.openxmlformats.org/officeDocument/2006/relationships" id="276" r:id="R46e2145c06cb4125"/>
    <p:sldId xmlns:r="http://schemas.openxmlformats.org/officeDocument/2006/relationships" id="277" r:id="R749e9449bbc4419c"/>
    <p:sldId xmlns:r="http://schemas.openxmlformats.org/officeDocument/2006/relationships" id="278" r:id="Rb37d4df02ad14e5b"/>
    <p:sldId xmlns:r="http://schemas.openxmlformats.org/officeDocument/2006/relationships" id="279" r:id="R7f83ebff317d4f42"/>
    <p:sldId xmlns:r="http://schemas.openxmlformats.org/officeDocument/2006/relationships" id="280" r:id="R95cbc10d4996478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a474b306184af7" /><Relationship Type="http://schemas.openxmlformats.org/officeDocument/2006/relationships/slideMaster" Target="/ppt/slideMasters/slideMaster1.xml" Id="R6ed7d3614a3c451e" /><Relationship Type="http://schemas.openxmlformats.org/officeDocument/2006/relationships/notesMaster" Target="/ppt/notesMasters/notesMaster1.xml" Id="Re70d899760a042e0" /><Relationship Type="http://schemas.openxmlformats.org/officeDocument/2006/relationships/presProps" Target="/ppt/presProps.xml" Id="R90c25cb2b470424e" /><Relationship Type="http://schemas.openxmlformats.org/officeDocument/2006/relationships/tableStyles" Target="/ppt/tableStyles.xml" Id="R00d2080baf0e4bbe" /><Relationship Type="http://schemas.openxmlformats.org/officeDocument/2006/relationships/slide" Target="/ppt/slides/slide1.xml" Id="R0b2b27e6bdde428b" /><Relationship Type="http://schemas.openxmlformats.org/officeDocument/2006/relationships/slide" Target="/ppt/slides/slide2.xml" Id="R44cba0c865474469" /><Relationship Type="http://schemas.openxmlformats.org/officeDocument/2006/relationships/slide" Target="/ppt/slides/slide3.xml" Id="R56a72206987f49a6" /><Relationship Type="http://schemas.openxmlformats.org/officeDocument/2006/relationships/slide" Target="/ppt/slides/slide4.xml" Id="Rfbb3980f475f42bc" /><Relationship Type="http://schemas.openxmlformats.org/officeDocument/2006/relationships/slide" Target="/ppt/slides/slide5.xml" Id="R09e6869588af46a0" /><Relationship Type="http://schemas.openxmlformats.org/officeDocument/2006/relationships/slide" Target="/ppt/slides/slide6.xml" Id="Rdb022d6fda7b4499" /><Relationship Type="http://schemas.openxmlformats.org/officeDocument/2006/relationships/slide" Target="/ppt/slides/slide7.xml" Id="R41e5eca41e524a28" /><Relationship Type="http://schemas.openxmlformats.org/officeDocument/2006/relationships/slide" Target="/ppt/slides/slide8.xml" Id="Rf9f28087ee9447a9" /><Relationship Type="http://schemas.openxmlformats.org/officeDocument/2006/relationships/slide" Target="/ppt/slides/slide9.xml" Id="Rcc8b08f0a2234276" /><Relationship Type="http://schemas.openxmlformats.org/officeDocument/2006/relationships/slide" Target="/ppt/slides/slide10.xml" Id="Rc8e4141ec5334193" /><Relationship Type="http://schemas.openxmlformats.org/officeDocument/2006/relationships/slide" Target="/ppt/slides/slide11.xml" Id="Rc51d7b50a0324d72" /><Relationship Type="http://schemas.openxmlformats.org/officeDocument/2006/relationships/slide" Target="/ppt/slides/slide12.xml" Id="R655d0cfa62b14bad" /><Relationship Type="http://schemas.openxmlformats.org/officeDocument/2006/relationships/slide" Target="/ppt/slides/slide13.xml" Id="R02a94d0d870e45e4" /><Relationship Type="http://schemas.openxmlformats.org/officeDocument/2006/relationships/slide" Target="/ppt/slides/slide14.xml" Id="Recd640d079634763" /><Relationship Type="http://schemas.openxmlformats.org/officeDocument/2006/relationships/slide" Target="/ppt/slides/slide15.xml" Id="R1d59702900104432" /><Relationship Type="http://schemas.openxmlformats.org/officeDocument/2006/relationships/slide" Target="/ppt/slides/slide16.xml" Id="Rd10f5bb9630f4142" /><Relationship Type="http://schemas.openxmlformats.org/officeDocument/2006/relationships/slide" Target="/ppt/slides/slide17.xml" Id="Ref18e7a8596b440f" /><Relationship Type="http://schemas.openxmlformats.org/officeDocument/2006/relationships/slide" Target="/ppt/slides/slide18.xml" Id="R81bf22ea8b4f4950" /><Relationship Type="http://schemas.openxmlformats.org/officeDocument/2006/relationships/slide" Target="/ppt/slides/slide19.xml" Id="R63521eb8016b47a2" /><Relationship Type="http://schemas.openxmlformats.org/officeDocument/2006/relationships/slide" Target="/ppt/slides/slide20.xml" Id="Rd0ca3b592a514c32" /><Relationship Type="http://schemas.openxmlformats.org/officeDocument/2006/relationships/slide" Target="/ppt/slides/slide21.xml" Id="R46e2145c06cb4125" /><Relationship Type="http://schemas.openxmlformats.org/officeDocument/2006/relationships/slide" Target="/ppt/slides/slide22.xml" Id="R749e9449bbc4419c" /><Relationship Type="http://schemas.openxmlformats.org/officeDocument/2006/relationships/slide" Target="/ppt/slides/slide23.xml" Id="Rb37d4df02ad14e5b" /><Relationship Type="http://schemas.openxmlformats.org/officeDocument/2006/relationships/slide" Target="/ppt/slides/slide24.xml" Id="R7f83ebff317d4f42" /><Relationship Type="http://schemas.openxmlformats.org/officeDocument/2006/relationships/slide" Target="/ppt/slides/slide25.xml" Id="R95cbc10d499647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485caa823c43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d982fd11804e67" /><Relationship Type="http://schemas.openxmlformats.org/officeDocument/2006/relationships/notesMaster" Target="/ppt/notesMasters/notesMaster1.xml" Id="Re5b1b9afd2e845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9aae8b155a44a9" /><Relationship Type="http://schemas.openxmlformats.org/officeDocument/2006/relationships/notesMaster" Target="/ppt/notesMasters/notesMaster1.xml" Id="Rd262b91e01ae40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feca9150fb47c1" /><Relationship Type="http://schemas.openxmlformats.org/officeDocument/2006/relationships/notesMaster" Target="/ppt/notesMasters/notesMaster1.xml" Id="Rf9f509e487d24a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a0dcdcf2a04908" /><Relationship Type="http://schemas.openxmlformats.org/officeDocument/2006/relationships/notesMaster" Target="/ppt/notesMasters/notesMaster1.xml" Id="Ra0b98338aa5646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eb2878040f415e" /><Relationship Type="http://schemas.openxmlformats.org/officeDocument/2006/relationships/notesMaster" Target="/ppt/notesMasters/notesMaster1.xml" Id="R44fad49bc5524b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14b6f3218242bb" /><Relationship Type="http://schemas.openxmlformats.org/officeDocument/2006/relationships/notesMaster" Target="/ppt/notesMasters/notesMaster1.xml" Id="R9d1760f5b89045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7069ece6ca40bf" /><Relationship Type="http://schemas.openxmlformats.org/officeDocument/2006/relationships/notesMaster" Target="/ppt/notesMasters/notesMaster1.xml" Id="R4e6450fec12441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ea209ad2e0424a" /><Relationship Type="http://schemas.openxmlformats.org/officeDocument/2006/relationships/notesMaster" Target="/ppt/notesMasters/notesMaster1.xml" Id="R18fe633c6e7e47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d6778c2cbb440f" /><Relationship Type="http://schemas.openxmlformats.org/officeDocument/2006/relationships/notesMaster" Target="/ppt/notesMasters/notesMaster1.xml" Id="R18b2e974ab624b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a79bc1d93c4cab" /><Relationship Type="http://schemas.openxmlformats.org/officeDocument/2006/relationships/notesMaster" Target="/ppt/notesMasters/notesMaster1.xml" Id="R5a4664acf16c46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dc68a1275e4197" /><Relationship Type="http://schemas.openxmlformats.org/officeDocument/2006/relationships/notesMaster" Target="/ppt/notesMasters/notesMaster1.xml" Id="Rb0c968a92fb444f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eaddaf6575439b" /><Relationship Type="http://schemas.openxmlformats.org/officeDocument/2006/relationships/notesMaster" Target="/ppt/notesMasters/notesMaster1.xml" Id="R9c6e2bc8e2be488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c586f7aae8435f" /><Relationship Type="http://schemas.openxmlformats.org/officeDocument/2006/relationships/notesMaster" Target="/ppt/notesMasters/notesMaster1.xml" Id="R562c217c7bc542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c73e5cefe4f472b" /><Relationship Type="http://schemas.openxmlformats.org/officeDocument/2006/relationships/notesMaster" Target="/ppt/notesMasters/notesMaster1.xml" Id="R832c881cd9764cc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1a44ef0b084595" /><Relationship Type="http://schemas.openxmlformats.org/officeDocument/2006/relationships/notesMaster" Target="/ppt/notesMasters/notesMaster1.xml" Id="R7f521f88f5644a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12bb85001f24a91" /><Relationship Type="http://schemas.openxmlformats.org/officeDocument/2006/relationships/notesMaster" Target="/ppt/notesMasters/notesMaster1.xml" Id="R8410f41ad4ca46e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2d6abc85d6e43b7" /><Relationship Type="http://schemas.openxmlformats.org/officeDocument/2006/relationships/notesMaster" Target="/ppt/notesMasters/notesMaster1.xml" Id="Rb1fe244ce92648f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e08aeba82434aa1" /><Relationship Type="http://schemas.openxmlformats.org/officeDocument/2006/relationships/notesMaster" Target="/ppt/notesMasters/notesMaster1.xml" Id="Rc500a6217a0a47c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1c936d92ae2472b" /><Relationship Type="http://schemas.openxmlformats.org/officeDocument/2006/relationships/notesMaster" Target="/ppt/notesMasters/notesMaster1.xml" Id="Rae73313aaf76472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36fa5e348394a4e" /><Relationship Type="http://schemas.openxmlformats.org/officeDocument/2006/relationships/notesMaster" Target="/ppt/notesMasters/notesMaster1.xml" Id="R734bfa05cf0d405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e1db602587b4a82" /><Relationship Type="http://schemas.openxmlformats.org/officeDocument/2006/relationships/notesMaster" Target="/ppt/notesMasters/notesMaster1.xml" Id="Rca4fc3c34eb64ad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6a1b0a9f00a4fd4" /><Relationship Type="http://schemas.openxmlformats.org/officeDocument/2006/relationships/notesMaster" Target="/ppt/notesMasters/notesMaster1.xml" Id="Reb418ce196cf4a0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1baea7108ca43f2" /><Relationship Type="http://schemas.openxmlformats.org/officeDocument/2006/relationships/notesMaster" Target="/ppt/notesMasters/notesMaster1.xml" Id="R8fd031339a4c49c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41fb31decc44bf9" /><Relationship Type="http://schemas.openxmlformats.org/officeDocument/2006/relationships/notesMaster" Target="/ppt/notesMasters/notesMaster1.xml" Id="Rc8e4c02bc45841b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77e3991a0064479" /><Relationship Type="http://schemas.openxmlformats.org/officeDocument/2006/relationships/notesMaster" Target="/ppt/notesMasters/notesMaster1.xml" Id="R159edfd9f8ea4c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Título y autores tomados del anteproyecto. La fecha del documento original es marzo de 2026; se deja 2026 como año de presentación sin atribuir una fecha de sustentación específica. Fuente: C:/Users/euco/Desktop/PROYECTO/Documentos/AnteProyecto - copia.docx. Diseño adaptado de C:/Users/euco/Desktop/SUSTENACION (FINAL) (1).pptx.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C:/Users/euco/Desktop/PROYECTO/Documentos/AnteProyecto - copia.docx; C:/Users/euco/Desktop/SUSTENACION (FINAL) (1).pptx. El anteproyecto sitúa la ejecución en el Campus Universitario de la UPC, Valledupar.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Estructura adaptada de la agenda de C:/Users/euco/Desktop/SUSTENACION (FINAL) (1).pptx y del índice del anteproyecto C:/Users/euco/Desktop/PROYECTO/Documentos/AnteProyecto - copia.docx.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anteproyecto describe el proceso manual y afirma que el 70% de la comunidad usa motocicleta. No se encontró soporte primario de esa cifra en los archivos revisados; debe verificarse antes de presentarla como resultado. Fuente: C:/Users/euco/Desktop/PROYECTO/Documentos/AnteProyecto - copia.docx, sección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Línea, sublínea y grupo según C:/Users/euco/Desktop/PROYECTO/Documentos/AnteProyecto - copia.docx, sección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 C:/Users/euco/Desktop/PROYECTO/Documentos/AnteProyecto - copia.docx, sección 2.1. Se presenta como diagnóstico descrito en el anteproyecto, no como medición experimental independiente.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Transcrito y ajustado para claridad desde C:/Users/euco/Desktop/PROYECTO/Documentos/AnteProyecto - copia.docx, sección 2.3.1.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 los cinco objetivos específicos de C:/Users/euco/Desktop/PROYECTO/Documentos/AnteProyecto - copia.docx, sección 2.3.2.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Diseño descrito en C:/Users/euco/Desktop/PROYECTO/Documentos/AnteProyecto - copia.docx, sección 2.5. La muestra y los instrumentos aparecen formulados, pero no se encontró un conjunto de respuestas ni resultados de encuesta en los documentos revisados.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proyecto propone Scrum, pruebas funcionales y métricas de visión artificial. Actualización del 12 de octubre de 2026: el detector de cajas de placas se evaluó sobre el split test reservado. La exactitud OCR de seis caracteres y las pruebas en cámaras del campus siguen pendientes de una muestra etiquetada representativa.</a:t>
            </a:r>
          </a:p>
          <a:p xmlns:a="http://schemas.openxmlformats.org/drawingml/2006/main">
            <a:r>
              <a:t>Reporte reproducible: C:\Users\euco\Desktop\PROYECTO\front\deliverables\test_modelo_vision_20261012.json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Arquitectura observada en el repositorio: React/Vite, API ASP.NET Core, SQL Server y microservicio FastAPI con YOLOv8n y EasyOCR. Fuentes: front/package.json; Back/UPC.AccesoVehicular.Api/Program.cs; VisionArtificial/api.py y vision_service.py. La configuración de conexión de base de datos debe verificarse en el entorno que se despliegue.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Antecedentes resumidos a partir de la revisión documental incluida en C:/Users/euco/Desktop/PROYECTO/Documentos/AnteProyecto - copia.docx y su bibliografía. No se atribuyen porcentajes de rendimiento a esos estudios.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Conceptos recogidos en C:/Users/euco/Desktop/PROYECTO/Documentos/AnteProyecto - copia.docx, marco teórico. La implementación actual utiliza YOLOv8n y EasyOCR; la calidad y precisión deben validarse con imágenes representativas de placas del entorno.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Normativa citada en el anteproyecto: Constitución Política, art. 15; Ley 1581 de 2012; Decreto 1377 de 2013; Ley 1266 de 2008. Verificación oficial: Función Pública, Ley 1581 https://www.funcionpublica.gov.co/eva/gestornormativo/norma.php?i=49981 y Decreto 1377 https://www.funcionpublica.gov.co/eva/gestornormativo/norma.php?i=53646. La aplicación institucional deberá definir finalidad, autorización, acceso restringido, conservación y atención de derechos de titulares.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flujo se deriva de AccesoController.DetectarYRegistrar, VisionArtificial/api.py y AccesoBusinessLogic; debe confirmarse con pruebas integradas en el campus.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src/pages/users/UsersPage.jsx, src/pages/roles/RolesPage.jsx y servicios asociados. Backend: endpoints de usuarios y roles. La regla de negocio del proyecto indica que estudiantes no usarán el aplicativo; se registran como personas autorizadas, no como operadores con cuenta. El front consulta roles en modo lectura y no se observó autorización específica por rol en los controladores revisados.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src/pages/access/RegisterAccessPage.jsx y accessService.js. API: POST /api/acceso/registrar y POST /api/acceso/detectar-registrar. Reconocimiento por imagen y flujo manual disponibles en el código; la tasa real de reconocimiento no se ha medido en los materiales revisados.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AccessHistoryPage.jsx y AnalyticsPage.jsx. API: POST /api/acceso/consultar-filtros y GET /api/acceso/analitica. Las cifras de previewData.js son datos ficticios de demostración, no datos institucionales.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Entidades y procedimientos identificados en UPCAccesoVehicular.db. Rutas confirmadas en endpoints del backend. La política global de API exige autenticación, pero no se observaron reglas específicas por rol en los controladores revisados. Las instrucciones de configuración local deben alinear el servidor SQL instalado con la cadena de conexión activa antes de una demostración en otra máquina.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Estado verificado en el repositorio del front, backend y servicio de visión a 11 de octubre de 2026. No se ejecutaron ensayos de campo para esta presentación; las afirmaciones se limitan a código y configuración observados.</a:t>
            </a:r>
          </a:p>
          <a:p xmlns:a="http://schemas.openxmlformats.org/drawingml/2006/main">
            <a:r>
              <a:t/>
            </a:r>
          </a:p>
          <a:p xmlns:a="http://schemas.openxmlformats.org/drawingml/2006/main">
            <a:r>
              <a:t>Evidencia ejecutada el 2026-10-12T09:30:20-05:00. Prueba piloto local del endpoint interno de procesamiento: se llamó directamente a VisionService.procesar_archivo con el modelo yolov8n.pt y las imágenes moto_prueba.jpg (referencia manual WUF62C) y a.jpeg (referencia manual HXF05F). Se realizó una llamada de calentamiento por imagen, excluida de la latencia, y luego cinco ejecuciones medidas por imagen. Coincidencia exacta por imagen en la primera ejecución medida: 0/2 (0%). Coincidencias en las diez repeticiones: 0/10. Salidas observadas: WUF62C → WUF262 y HXF05F → XFS05F. Latencia media 5547.82 ms; mediana 5618.97 ms; p95 nearest-rank 8391.61 ms. Inicialización del modelo 2.4801 s excluida. Ejecución en CPU, Python 3.14.8, YOLO 8.4.138, EasyOCR 1.7.2. Modelo SHA-256: f59b3d833e2ff32e194b5bb8e08d211dc7c5bdf144b90d2c8412c47ccfc83b36. Las diez lecturas son cinco repeticiones de solo dos imágenes, por lo que no constituyen diez casos independientes ni una validación representativa. No se estiman precisión/recall/mAP del detector porque no hay anotaciones de cajas ni conjunto de imágenes negativas. No se midieron la API .NET, SQL, latencia extremo a extremo, acceso en campus, encuestas ni impacto operativo. Reporte reproducible: C:\Users\euco\Desktop\PROYECTO\front\deliverables\metricas_vision_piloto.json. Script: C:\Users\euco\Desktop\PROYECTO\front\tools\vision_benchmark.py. Etiquetas manuales: C:\Users\euco\Desktop\PROYECTO\front\tools\vision_test_labels.csv.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Evaluación ejecutada el 2026-10-12T11:50:48-05:00 con los pesos desplegados en VisionArtificial/plate_detector.pt.</a:t>
            </a:r>
          </a:p>
          <a:p xmlns:a="http://schemas.openxmlformats.org/drawingml/2006/main">
            <a:r>
              <a:t>Conjunto: Roboflow DetectionColombianMotoPlates.v15-v5.0_yolo12accurate_672strfillcentercropin.yolov8, split test reservado; 101 imágenes, 67 objetos anotados y 34 imágenes de fondo.</a:t>
            </a:r>
          </a:p>
          <a:p xmlns:a="http://schemas.openxmlformats.org/drawingml/2006/main">
            <a:r>
              <a:t>Precisión 95.58%; recall 96.81%; mAP@50 99.05%; mAP@50–95 88.75%.</a:t>
            </a:r>
          </a:p>
          <a:p xmlns:a="http://schemas.openxmlformats.org/drawingml/2006/main">
            <a:r>
              <a:t>Tiempos por imagen en RTX 3060: inferencia 4.93 ms; preprocesamiento 0.386 ms; postprocesamiento 1.786 ms. La inferencia no representa latencia de extremo a extremo.</a:t>
            </a:r>
          </a:p>
          <a:p xmlns:a="http://schemas.openxmlformats.org/drawingml/2006/main">
            <a:r>
              <a:t>Fuente del dataset: Roboflow Universe, Detection Colombian Moto Plates, versión 15, licencia CC BY 4.0. https://universe.roboflow.com/itm-n1i3r/detectioncolombianmotoplates-6o1aj/dataset/15</a:t>
            </a:r>
          </a:p>
          <a:p xmlns:a="http://schemas.openxmlformats.org/drawingml/2006/main">
            <a:r>
              <a:t>Huella SHA-256 del modelo: 50917976a77e04d747af3cee9c7aa49ccba73e3aaae717b18bad91f1b4ff0b09. Las métricas corresponden a detección de cajas; el dataset no contiene transcripciones OCR completas y no permite calcular exactitud de lectura de caracteres ni desempeño en campus.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Captura de interfaz proporcionada por el usuario. Se recortó el área inferior que contenía identificación y resultados anteriores. La imagen muestra el formulario de registro y carga de fotografía; el módulo de cámara en vivo funciona como una pantalla independiente.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Conclusiones limitadas al anteproyecto y al código inspeccionado. Antes de la defensa final conviene reemplazar esta lámina con resultados de pruebas de campo, actualizar el cronograma original (marzo-julio de 2026) y confirmar la base de datos y el modelo de placa usados en el entorno definitivo.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del anteproyecto y documentos oficiales consultados para la lámina legal. Proyecto: C:/Users/euco/Desktop/PROYECTO/Documentos/AnteProyecto - copia.docx. Normas: https://www.funcionpublica.gov.co/eva/gestornormativo/norma.php?i=49981 y https://www.funcionpublica.gov.co/eva/gestornormativo/norma.php?i=53646. Código inspeccionado: repositorios front, Back y VisionArtificial en C:/Users/euco/Desktop/PROYECTO/.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de la sustentación. Diseño adaptado de C:/Users/euco/Desktop/SUSTENACION (FINAL) (1).pptx.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eb665909a94a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f3fe7ae106749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5f6601865c041a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66fb1ae3c54a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65ed74d01e47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8fb803f1b734b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CAD0FF-6F3F-4AB3-AC9B-C8B599953C56}"/>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13EBC5E-2949-4C7D-A1A5-36E4DC8515FD}"/>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36A3054-250D-4614-BA18-06836D1E2608}"/>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9CEE59-68C8-4EA2-A5C1-E1D19707DC5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C72C55-7B51-4014-B8AE-8510372DA9AA}"/>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882334-A973-4432-A110-3594AEB4F39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B217F0-B9BD-4FC1-96B9-5F831D74CF1B}"/>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B4B79A-8408-4B88-822D-8920A95DEF2A}"/>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AF6517-65BA-49C0-AB4D-C8AA669EFF1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43E9B3-8F5A-40D2-8D53-0E939BF7AE0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8316da7a4148fd" /><Relationship Type="http://schemas.openxmlformats.org/officeDocument/2006/relationships/slideLayout" Target="/ppt/slideLayouts/slideLayout1.xml" Id="R4046f1c6ec8744de" /><Relationship Type="http://schemas.openxmlformats.org/officeDocument/2006/relationships/slideLayout" Target="/ppt/slideLayouts/slideLayout2.xml" Id="R64b7aec67b9e42a7" /><Relationship Type="http://schemas.openxmlformats.org/officeDocument/2006/relationships/slideLayout" Target="/ppt/slideLayouts/slideLayout3.xml" Id="Rcb0cd281bb8d4036" /><Relationship Type="http://schemas.openxmlformats.org/officeDocument/2006/relationships/slideLayout" Target="/ppt/slideLayouts/slideLayout4.xml" Id="R173368c14ea0429b" /><Relationship Type="http://schemas.openxmlformats.org/officeDocument/2006/relationships/slideLayout" Target="/ppt/slideLayouts/slideLayout5.xml" Id="Rf67acf6abae24b74" /><Relationship Type="http://schemas.openxmlformats.org/officeDocument/2006/relationships/slideLayout" Target="/ppt/slideLayouts/slideLayout6.xml" Id="R04a3087b31ac4d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46f1c6ec8744de"/>
    <p:sldLayoutId xmlns:r="http://schemas.openxmlformats.org/officeDocument/2006/relationships" id="2147483650" r:id="R64b7aec67b9e42a7"/>
    <p:sldLayoutId xmlns:r="http://schemas.openxmlformats.org/officeDocument/2006/relationships" id="2147483651" r:id="Rcb0cd281bb8d4036"/>
    <p:sldLayoutId xmlns:r="http://schemas.openxmlformats.org/officeDocument/2006/relationships" id="2147483652" r:id="R173368c14ea0429b"/>
    <p:sldLayoutId xmlns:r="http://schemas.openxmlformats.org/officeDocument/2006/relationships" id="2147483653" r:id="Rf67acf6abae24b74"/>
    <p:sldLayoutId xmlns:r="http://schemas.openxmlformats.org/officeDocument/2006/relationships" id="2147483654" r:id="R04a3087b31ac4d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b895ad17444520" /><Relationship Type="http://schemas.openxmlformats.org/officeDocument/2006/relationships/image" Target="/ppt/media/image.jpeg" Id="R9a000fd88f3144b6" /><Relationship Type="http://schemas.openxmlformats.org/officeDocument/2006/relationships/notesSlide" Target="/ppt/notesSlides/notesSlide1.xml" Id="R0489cd18819149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619c10ba9f4147" /><Relationship Type="http://schemas.openxmlformats.org/officeDocument/2006/relationships/image" Target="/ppt/media/image2.jpeg" Id="R65a32448ab2842be" /><Relationship Type="http://schemas.openxmlformats.org/officeDocument/2006/relationships/notesSlide" Target="/ppt/notesSlides/notesSlide2.xml" Id="R8008e6bda2f440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6b483f7d85c4faf" /><Relationship Type="http://schemas.openxmlformats.org/officeDocument/2006/relationships/image" Target="/ppt/media/image3.jpeg" Id="R2f8ae6c66c214d8b" /><Relationship Type="http://schemas.openxmlformats.org/officeDocument/2006/relationships/notesSlide" Target="/ppt/notesSlides/notesSlide3.xml" Id="R815509caafbc44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351d763ee24256" /><Relationship Type="http://schemas.openxmlformats.org/officeDocument/2006/relationships/image" Target="/ppt/media/image4.jpeg" Id="Rd26b13b7a80f4779" /><Relationship Type="http://schemas.openxmlformats.org/officeDocument/2006/relationships/notesSlide" Target="/ppt/notesSlides/notesSlide4.xml" Id="R0ad4115c42e04a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71edee401454c5e" /><Relationship Type="http://schemas.openxmlformats.org/officeDocument/2006/relationships/image" Target="/ppt/media/image5.jpeg" Id="R30744012ab184c38" /><Relationship Type="http://schemas.openxmlformats.org/officeDocument/2006/relationships/notesSlide" Target="/ppt/notesSlides/notesSlide5.xml" Id="R0e7d5ca9cf0b45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3dc365be76b417a" /><Relationship Type="http://schemas.openxmlformats.org/officeDocument/2006/relationships/image" Target="/ppt/media/image6.jpeg" Id="R9cf17239c24a4aac" /><Relationship Type="http://schemas.openxmlformats.org/officeDocument/2006/relationships/notesSlide" Target="/ppt/notesSlides/notesSlide6.xml" Id="Rd8daca2ff42c47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8703722d6a6466a" /><Relationship Type="http://schemas.openxmlformats.org/officeDocument/2006/relationships/image" Target="/ppt/media/image7.jpeg" Id="R52014abda14a4da9" /><Relationship Type="http://schemas.openxmlformats.org/officeDocument/2006/relationships/notesSlide" Target="/ppt/notesSlides/notesSlide7.xml" Id="R17cf57b27ec949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f2ef3826794a03" /><Relationship Type="http://schemas.openxmlformats.org/officeDocument/2006/relationships/image" Target="/ppt/media/image8.jpeg" Id="R75c56f17b5a04cd0" /><Relationship Type="http://schemas.openxmlformats.org/officeDocument/2006/relationships/notesSlide" Target="/ppt/notesSlides/notesSlide8.xml" Id="Rd0c6d466073747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8322e66400749c0" /><Relationship Type="http://schemas.openxmlformats.org/officeDocument/2006/relationships/image" Target="/ppt/media/image9.jpeg" Id="Ra012d2ef55b64fab" /><Relationship Type="http://schemas.openxmlformats.org/officeDocument/2006/relationships/notesSlide" Target="/ppt/notesSlides/notesSlide9.xml" Id="R681ec61d85d3405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33e6dffa37a4270" /><Relationship Type="http://schemas.openxmlformats.org/officeDocument/2006/relationships/image" Target="/ppt/media/image10.jpeg" Id="Rde71642a05e544f3" /><Relationship Type="http://schemas.openxmlformats.org/officeDocument/2006/relationships/notesSlide" Target="/ppt/notesSlides/notesSlide10.xml" Id="R5b114c89452442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2ee83c745134d3a" /><Relationship Type="http://schemas.openxmlformats.org/officeDocument/2006/relationships/image" Target="/ppt/media/image11.jpeg" Id="R1f83b21b84844c63" /><Relationship Type="http://schemas.openxmlformats.org/officeDocument/2006/relationships/notesSlide" Target="/ppt/notesSlides/notesSlide11.xml" Id="R38444e22305f4e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fdd6db137034ed4" /><Relationship Type="http://schemas.openxmlformats.org/officeDocument/2006/relationships/image" Target="/ppt/media/image12.jpeg" Id="Rfe089b971aa14eef" /><Relationship Type="http://schemas.openxmlformats.org/officeDocument/2006/relationships/notesSlide" Target="/ppt/notesSlides/notesSlide12.xml" Id="Re111ceb164e043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8b2722f29b64552" /><Relationship Type="http://schemas.openxmlformats.org/officeDocument/2006/relationships/image" Target="/ppt/media/image13.jpeg" Id="Ra96e9afd4ecf4bf0" /><Relationship Type="http://schemas.openxmlformats.org/officeDocument/2006/relationships/notesSlide" Target="/ppt/notesSlides/notesSlide13.xml" Id="R42fa6b246eb54ea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9d83ec4deb94808" /><Relationship Type="http://schemas.openxmlformats.org/officeDocument/2006/relationships/image" Target="/ppt/media/image14.jpeg" Id="Rbf8101eac5304595" /><Relationship Type="http://schemas.openxmlformats.org/officeDocument/2006/relationships/notesSlide" Target="/ppt/notesSlides/notesSlide14.xml" Id="Rdc6e279ac0dd431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e6e27763c284f8a" /><Relationship Type="http://schemas.openxmlformats.org/officeDocument/2006/relationships/image" Target="/ppt/media/image15.jpeg" Id="Rc97ef1206f7745ac" /><Relationship Type="http://schemas.openxmlformats.org/officeDocument/2006/relationships/notesSlide" Target="/ppt/notesSlides/notesSlide15.xml" Id="R0fb46f7c396d4ef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46e863dbd264f9a" /><Relationship Type="http://schemas.openxmlformats.org/officeDocument/2006/relationships/image" Target="/ppt/media/image16.jpeg" Id="Raddbd650a7fb46b5" /><Relationship Type="http://schemas.openxmlformats.org/officeDocument/2006/relationships/notesSlide" Target="/ppt/notesSlides/notesSlide16.xml" Id="Rb1cb4729881d4c3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c0cf468c9a84e2c" /><Relationship Type="http://schemas.openxmlformats.org/officeDocument/2006/relationships/image" Target="/ppt/media/image17.jpeg" Id="R9de6c68b05f6411c" /><Relationship Type="http://schemas.openxmlformats.org/officeDocument/2006/relationships/notesSlide" Target="/ppt/notesSlides/notesSlide17.xml" Id="R904d501776204fb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a400a3277564b46" /><Relationship Type="http://schemas.openxmlformats.org/officeDocument/2006/relationships/image" Target="/ppt/media/image18.jpeg" Id="R1a6a6284d5ea46d9" /><Relationship Type="http://schemas.openxmlformats.org/officeDocument/2006/relationships/notesSlide" Target="/ppt/notesSlides/notesSlide18.xml" Id="R985e4f7dc0bc45b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796e1ffb3aa48af" /><Relationship Type="http://schemas.openxmlformats.org/officeDocument/2006/relationships/image" Target="/ppt/media/image19.jpeg" Id="R5cea5431f5af441e" /><Relationship Type="http://schemas.openxmlformats.org/officeDocument/2006/relationships/notesSlide" Target="/ppt/notesSlides/notesSlide19.xml" Id="Rc752c68bc526495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72b2a60a7eb4019" /><Relationship Type="http://schemas.openxmlformats.org/officeDocument/2006/relationships/image" Target="/ppt/media/image20.jpeg" Id="R4070d04b046a4077" /><Relationship Type="http://schemas.openxmlformats.org/officeDocument/2006/relationships/notesSlide" Target="/ppt/notesSlides/notesSlide20.xml" Id="R60fbb0d3a0d7448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5264fff138b41fa" /><Relationship Type="http://schemas.openxmlformats.org/officeDocument/2006/relationships/image" Target="/ppt/media/image21.jpeg" Id="R8b7c82edb2204615" /><Relationship Type="http://schemas.openxmlformats.org/officeDocument/2006/relationships/notesSlide" Target="/ppt/notesSlides/notesSlide21.xml" Id="Rf93017f2188d478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e0b70b79b884cb0" /><Relationship Type="http://schemas.openxmlformats.org/officeDocument/2006/relationships/image" Target="/ppt/media/image22.jpeg" Id="R50babda355ae49b8" /><Relationship Type="http://schemas.openxmlformats.org/officeDocument/2006/relationships/image" Target="/ppt/media/image23.jpeg" Id="R8e87f02ea643448e" /><Relationship Type="http://schemas.openxmlformats.org/officeDocument/2006/relationships/notesSlide" Target="/ppt/notesSlides/notesSlide22.xml" Id="R23f14d19a76945c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dc4ea6f36d545b4" /><Relationship Type="http://schemas.openxmlformats.org/officeDocument/2006/relationships/image" Target="/ppt/media/image24.jpeg" Id="R1965f7071b054c48" /><Relationship Type="http://schemas.openxmlformats.org/officeDocument/2006/relationships/notesSlide" Target="/ppt/notesSlides/notesSlide23.xml" Id="Ra4eb5a9650cc485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3ecceb1c4104be2" /><Relationship Type="http://schemas.openxmlformats.org/officeDocument/2006/relationships/image" Target="/ppt/media/image25.jpeg" Id="R3b3bd96b31994123" /><Relationship Type="http://schemas.openxmlformats.org/officeDocument/2006/relationships/notesSlide" Target="/ppt/notesSlides/notesSlide24.xml" Id="R89773d1996df4a5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bee984c465d4194" /><Relationship Type="http://schemas.openxmlformats.org/officeDocument/2006/relationships/image" Target="/ppt/media/image.png" Id="R8decf6ddb1084a39" /><Relationship Type="http://schemas.openxmlformats.org/officeDocument/2006/relationships/notesSlide" Target="/ppt/notesSlides/notesSlide25.xml" Id="Rcd2162a242014c5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00DDD26-1806-40EB-8D97-3E3C58D4C3E3}"/>
              </a:ext>
            </a:extLst>
          </p:cNvPr>
          <p:cNvPicPr>
            <a:picLocks xmlns:a="http://schemas.openxmlformats.org/drawingml/2006/main" noChangeAspect="1"/>
          </p:cNvPicPr>
          <p:nvPr/>
        </p:nvPicPr>
        <p:blipFill>
          <a:blip xmlns:r="http://schemas.openxmlformats.org/officeDocument/2006/relationships" xmlns:a="http://schemas.openxmlformats.org/drawingml/2006/main" r:embed="R9a000fd88f3144b6"/>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319B4A1-E6F0-420B-A918-92A508DED56C}"/>
              </a:ext>
            </a:extLst>
          </p:cNvPr>
          <p:cNvSpPr>
            <a:spLocks xmlns:a="http://schemas.openxmlformats.org/drawingml/2006/main" noGrp="1"/>
          </p:cNvSpPr>
          <p:nvPr/>
        </p:nvSpPr>
        <p:spPr>
          <a:xfrm xmlns:a="http://schemas.openxmlformats.org/drawingml/2006/main">
            <a:off x="1428750" y="2095500"/>
            <a:ext cx="13620750" cy="600075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14288">
            <a:solidFill>
              <a:srgbClr val="D7E3EF"/>
            </a:solidFill>
            <a:prstDash val="solid"/>
          </a:ln>
        </p:spPr>
      </p:sp>
      <p:sp>
        <p:nvSpPr>
          <p:cNvPr id="3" name="">
            <a:extLst xmlns:a="http://schemas.openxmlformats.org/drawingml/2006/main">
              <a:ext uri="{FF2B5EF4-FFF2-40B4-BE49-F238E27FC236}">
                <a16:creationId xmlns:a16="http://schemas.microsoft.com/office/drawing/2014/main" id="{28C0F833-282E-4B97-B9A7-594F04293DF2}"/>
              </a:ext>
            </a:extLst>
          </p:cNvPr>
          <p:cNvSpPr>
            <a:spLocks xmlns:a="http://schemas.openxmlformats.org/drawingml/2006/main" noGrp="1"/>
          </p:cNvSpPr>
          <p:nvPr/>
        </p:nvSpPr>
        <p:spPr>
          <a:xfrm xmlns:a="http://schemas.openxmlformats.org/drawingml/2006/main">
            <a:off x="2143125" y="2781300"/>
            <a:ext cx="12096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3450" b="1">
                <a:solidFill>
                  <a:srgbClr val="122A51"/>
                </a:solidFill>
                <a:latin typeface="Calibri"/>
                <a:ea typeface="Calibri"/>
                <a:cs typeface="Calibri"/>
              </a:defRPr>
            </a:defPPr>
          </a:lstStyle>
          <a:p xmlns:a="http://schemas.openxmlformats.org/drawingml/2006/main">
            <a:pPr algn="ctr">
              <a:lnSpc>
                <a:spcPct val="105000"/>
              </a:lnSpc>
              <a:buNone/>
              <a:defRPr sz="3450" b="1">
                <a:solidFill>
                  <a:srgbClr val="122A51"/>
                </a:solidFill>
                <a:latin typeface="Calibri"/>
                <a:ea typeface="Calibri"/>
                <a:cs typeface="Calibri"/>
              </a:defRPr>
            </a:pPr>
            <a:r>
              <a:rPr sz="3450" b="1">
                <a:solidFill>
                  <a:srgbClr val="122A51"/>
                </a:solidFill>
                <a:latin typeface="Calibri"/>
                <a:ea typeface="Calibri"/>
                <a:cs typeface="Calibri"/>
              </a:rPr>
              <a:t>SISTEMA DE ACCESO VEHICULAR PARA MOTOCICLETAS</a:t>
            </a:r>
          </a:p>
        </p:txBody>
      </p:sp>
      <p:sp>
        <p:nvSpPr>
          <p:cNvPr id="4" name="">
            <a:extLst xmlns:a="http://schemas.openxmlformats.org/drawingml/2006/main">
              <a:ext uri="{FF2B5EF4-FFF2-40B4-BE49-F238E27FC236}">
                <a16:creationId xmlns:a16="http://schemas.microsoft.com/office/drawing/2014/main" id="{D40AC3B4-2C8B-4B49-9DEB-5B0D2259EEB9}"/>
              </a:ext>
            </a:extLst>
          </p:cNvPr>
          <p:cNvSpPr>
            <a:spLocks xmlns:a="http://schemas.openxmlformats.org/drawingml/2006/main" noGrp="1"/>
          </p:cNvSpPr>
          <p:nvPr/>
        </p:nvSpPr>
        <p:spPr>
          <a:xfrm xmlns:a="http://schemas.openxmlformats.org/drawingml/2006/main">
            <a:off x="2667000" y="3714750"/>
            <a:ext cx="11049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850" b="1">
                <a:solidFill>
                  <a:srgbClr val="0876B9"/>
                </a:solidFill>
                <a:latin typeface="Calibri"/>
                <a:ea typeface="Calibri"/>
                <a:cs typeface="Calibri"/>
              </a:defRPr>
            </a:defPPr>
          </a:lstStyle>
          <a:p xmlns:a="http://schemas.openxmlformats.org/drawingml/2006/main">
            <a:pPr algn="ctr">
              <a:lnSpc>
                <a:spcPct val="100000"/>
              </a:lnSpc>
              <a:buNone/>
              <a:defRPr sz="2850" b="1">
                <a:solidFill>
                  <a:srgbClr val="0876B9"/>
                </a:solidFill>
                <a:latin typeface="Calibri"/>
                <a:ea typeface="Calibri"/>
                <a:cs typeface="Calibri"/>
              </a:defRPr>
            </a:pPr>
            <a:r>
              <a:rPr sz="2850" b="1">
                <a:solidFill>
                  <a:srgbClr val="0876B9"/>
                </a:solidFill>
                <a:latin typeface="Calibri"/>
                <a:ea typeface="Calibri"/>
                <a:cs typeface="Calibri"/>
              </a:rPr>
              <a:t>Reconocimiento automático de placas con redes neuronales YOLO en la Universidad Popular del Cesar</a:t>
            </a:r>
          </a:p>
        </p:txBody>
      </p:sp>
      <p:sp>
        <p:nvSpPr>
          <p:cNvPr id="5" name="">
            <a:extLst xmlns:a="http://schemas.openxmlformats.org/drawingml/2006/main">
              <a:ext uri="{FF2B5EF4-FFF2-40B4-BE49-F238E27FC236}">
                <a16:creationId xmlns:a16="http://schemas.microsoft.com/office/drawing/2014/main" id="{20B1D35D-CC22-4B9B-8F33-1485C82377CB}"/>
              </a:ext>
            </a:extLst>
          </p:cNvPr>
          <p:cNvSpPr>
            <a:spLocks xmlns:a="http://schemas.openxmlformats.org/drawingml/2006/main" noGrp="1"/>
          </p:cNvSpPr>
          <p:nvPr/>
        </p:nvSpPr>
        <p:spPr>
          <a:xfrm xmlns:a="http://schemas.openxmlformats.org/drawingml/2006/main">
            <a:off x="2476500" y="5572125"/>
            <a:ext cx="11430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025" b="1">
                <a:solidFill>
                  <a:srgbClr val="17243A"/>
                </a:solidFill>
                <a:latin typeface="Calibri"/>
                <a:ea typeface="Calibri"/>
                <a:cs typeface="Calibri"/>
              </a:defRPr>
            </a:defPPr>
          </a:lstStyle>
          <a:p xmlns:a="http://schemas.openxmlformats.org/drawingml/2006/main">
            <a:pPr algn="ctr">
              <a:lnSpc>
                <a:spcPct val="105000"/>
              </a:lnSpc>
              <a:buNone/>
              <a:defRPr sz="2025" b="1">
                <a:solidFill>
                  <a:srgbClr val="17243A"/>
                </a:solidFill>
                <a:latin typeface="Calibri"/>
                <a:ea typeface="Calibri"/>
                <a:cs typeface="Calibri"/>
              </a:defRPr>
            </a:pPr>
            <a:r>
              <a:rPr sz="2025" b="1">
                <a:solidFill>
                  <a:srgbClr val="17243A"/>
                </a:solidFill>
                <a:latin typeface="Calibri"/>
                <a:ea typeface="Calibri"/>
                <a:cs typeface="Calibri"/>
              </a:rPr>
              <a:t>ABRAHAM DAVID MAX CÁCERES  ·  EULISES CORONADO GARCÍA</a:t>
            </a:r>
          </a:p>
        </p:txBody>
      </p:sp>
      <p:sp>
        <p:nvSpPr>
          <p:cNvPr id="6" name="">
            <a:extLst xmlns:a="http://schemas.openxmlformats.org/drawingml/2006/main">
              <a:ext uri="{FF2B5EF4-FFF2-40B4-BE49-F238E27FC236}">
                <a16:creationId xmlns:a16="http://schemas.microsoft.com/office/drawing/2014/main" id="{4905A22A-8F72-4F24-A35E-571E894906E0}"/>
              </a:ext>
            </a:extLst>
          </p:cNvPr>
          <p:cNvSpPr>
            <a:spLocks xmlns:a="http://schemas.openxmlformats.org/drawingml/2006/main" noGrp="1"/>
          </p:cNvSpPr>
          <p:nvPr/>
        </p:nvSpPr>
        <p:spPr>
          <a:xfrm xmlns:a="http://schemas.openxmlformats.org/drawingml/2006/main">
            <a:off x="2476500" y="6238875"/>
            <a:ext cx="1143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a:solidFill>
                  <a:srgbClr val="526176"/>
                </a:solidFill>
                <a:latin typeface="Calibri"/>
                <a:ea typeface="Calibri"/>
                <a:cs typeface="Calibri"/>
              </a:defRPr>
            </a:defPPr>
          </a:lstStyle>
          <a:p xmlns:a="http://schemas.openxmlformats.org/drawingml/2006/main">
            <a:pPr algn="ctr">
              <a:lnSpc>
                <a:spcPct val="105000"/>
              </a:lnSpc>
              <a:buNone/>
              <a:defRPr sz="1875">
                <a:solidFill>
                  <a:srgbClr val="526176"/>
                </a:solidFill>
                <a:latin typeface="Calibri"/>
                <a:ea typeface="Calibri"/>
                <a:cs typeface="Calibri"/>
              </a:defRPr>
            </a:pPr>
            <a:r>
              <a:rPr sz="1875">
                <a:solidFill>
                  <a:srgbClr val="526176"/>
                </a:solidFill>
                <a:latin typeface="Calibri"/>
                <a:ea typeface="Calibri"/>
                <a:cs typeface="Calibri"/>
              </a:rPr>
              <a:t>Trabajo de grado  ·  Ingeniería de Sistemas  ·  Universidad Popular del Cesar</a:t>
            </a:r>
          </a:p>
        </p:txBody>
      </p:sp>
      <p:sp>
        <p:nvSpPr>
          <p:cNvPr id="7" name="">
            <a:extLst xmlns:a="http://schemas.openxmlformats.org/drawingml/2006/main">
              <a:ext uri="{FF2B5EF4-FFF2-40B4-BE49-F238E27FC236}">
                <a16:creationId xmlns:a16="http://schemas.microsoft.com/office/drawing/2014/main" id="{A6CE52F9-16DB-424B-B7C2-F1E5146DE3BE}"/>
              </a:ext>
            </a:extLst>
          </p:cNvPr>
          <p:cNvSpPr>
            <a:spLocks xmlns:a="http://schemas.openxmlformats.org/drawingml/2006/main" noGrp="1"/>
          </p:cNvSpPr>
          <p:nvPr/>
        </p:nvSpPr>
        <p:spPr>
          <a:xfrm xmlns:a="http://schemas.openxmlformats.org/drawingml/2006/main">
            <a:off x="2476500" y="6924675"/>
            <a:ext cx="1143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725">
                <a:solidFill>
                  <a:srgbClr val="526176"/>
                </a:solidFill>
                <a:latin typeface="Calibri"/>
                <a:ea typeface="Calibri"/>
                <a:cs typeface="Calibri"/>
              </a:defRPr>
            </a:defPPr>
          </a:lstStyle>
          <a:p xmlns:a="http://schemas.openxmlformats.org/drawingml/2006/main">
            <a:pPr algn="ctr">
              <a:lnSpc>
                <a:spcPct val="105000"/>
              </a:lnSpc>
              <a:buNone/>
              <a:defRPr sz="1725">
                <a:solidFill>
                  <a:srgbClr val="526176"/>
                </a:solidFill>
                <a:latin typeface="Calibri"/>
                <a:ea typeface="Calibri"/>
                <a:cs typeface="Calibri"/>
              </a:defRPr>
            </a:pPr>
            <a:r>
              <a:rPr sz="1725">
                <a:solidFill>
                  <a:srgbClr val="526176"/>
                </a:solidFill>
                <a:latin typeface="Calibri"/>
                <a:ea typeface="Calibri"/>
                <a:cs typeface="Calibri"/>
              </a:rPr>
              <a:t>Valledupar, 2026</a:t>
            </a:r>
          </a:p>
        </p:txBody>
      </p:sp>
    </p:spTree>
    <p:extLst>
      <p:ext uri="{BB962C8B-B14F-4D97-AF65-F5344CB8AC3E}">
        <p14:creationId xmlns:p14="http://schemas.microsoft.com/office/powerpoint/2010/main" val="145183960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F270F362-80F4-4A8F-8FC6-7240695194BE}"/>
              </a:ext>
            </a:extLst>
          </p:cNvPr>
          <p:cNvPicPr>
            <a:picLocks xmlns:a="http://schemas.openxmlformats.org/drawingml/2006/main" noChangeAspect="1"/>
          </p:cNvPicPr>
          <p:nvPr/>
        </p:nvPicPr>
        <p:blipFill>
          <a:blip xmlns:r="http://schemas.openxmlformats.org/officeDocument/2006/relationships" xmlns:a="http://schemas.openxmlformats.org/drawingml/2006/main" r:embed="R65a32448ab2842be"/>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1EC2946-715A-4630-861C-6D8C0FC0DC9A}"/>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PRESENTACIÓN DEL PROYECTO</a:t>
            </a:r>
          </a:p>
        </p:txBody>
      </p:sp>
      <p:sp>
        <p:nvSpPr>
          <p:cNvPr id="3" name="">
            <a:extLst xmlns:a="http://schemas.openxmlformats.org/drawingml/2006/main">
              <a:ext uri="{FF2B5EF4-FFF2-40B4-BE49-F238E27FC236}">
                <a16:creationId xmlns:a16="http://schemas.microsoft.com/office/drawing/2014/main" id="{C4C0A4DE-9572-43CC-854F-DBC7B46F4C3F}"/>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Control inteligente del acceso de motocicletas</a:t>
            </a:r>
          </a:p>
        </p:txBody>
      </p:sp>
      <p:sp>
        <p:nvSpPr>
          <p:cNvPr id="4" name="">
            <a:extLst xmlns:a="http://schemas.openxmlformats.org/drawingml/2006/main">
              <a:ext uri="{FF2B5EF4-FFF2-40B4-BE49-F238E27FC236}">
                <a16:creationId xmlns:a16="http://schemas.microsoft.com/office/drawing/2014/main" id="{40F2255E-B0F9-4E83-968E-57CFBF0009A1}"/>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A42DDB12-AC80-46FC-89F6-E0B35D55B7B6}"/>
              </a:ext>
            </a:extLst>
          </p:cNvPr>
          <p:cNvSpPr>
            <a:spLocks xmlns:a="http://schemas.openxmlformats.org/drawingml/2006/main" noGrp="1"/>
          </p:cNvSpPr>
          <p:nvPr/>
        </p:nvSpPr>
        <p:spPr>
          <a:xfrm xmlns:a="http://schemas.openxmlformats.org/drawingml/2006/main">
            <a:off x="1619250" y="25717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F28C28"/>
                </a:solidFill>
                <a:latin typeface="Calibri"/>
                <a:ea typeface="Calibri"/>
                <a:cs typeface="Calibri"/>
              </a:defRPr>
            </a:defPPr>
          </a:lstStyle>
          <a:p xmlns:a="http://schemas.openxmlformats.org/drawingml/2006/main">
            <a:pPr algn="l">
              <a:lnSpc>
                <a:spcPct val="105000"/>
              </a:lnSpc>
              <a:buNone/>
              <a:defRPr sz="1725" b="1">
                <a:solidFill>
                  <a:srgbClr val="F28C28"/>
                </a:solidFill>
                <a:latin typeface="Calibri"/>
                <a:ea typeface="Calibri"/>
                <a:cs typeface="Calibri"/>
              </a:defRPr>
            </a:pPr>
            <a:r>
              <a:rPr sz="1725" b="1">
                <a:solidFill>
                  <a:srgbClr val="F28C28"/>
                </a:solidFill>
                <a:latin typeface="Calibri"/>
                <a:ea typeface="Calibri"/>
                <a:cs typeface="Calibri"/>
              </a:rPr>
              <a:t>PROPÓSITO</a:t>
            </a:r>
          </a:p>
        </p:txBody>
      </p:sp>
      <p:sp>
        <p:nvSpPr>
          <p:cNvPr id="6" name="">
            <a:extLst xmlns:a="http://schemas.openxmlformats.org/drawingml/2006/main">
              <a:ext uri="{FF2B5EF4-FFF2-40B4-BE49-F238E27FC236}">
                <a16:creationId xmlns:a16="http://schemas.microsoft.com/office/drawing/2014/main" id="{CB6EBA9F-7892-4A09-8933-10EB3F96DB1A}"/>
              </a:ext>
            </a:extLst>
          </p:cNvPr>
          <p:cNvSpPr>
            <a:spLocks xmlns:a="http://schemas.openxmlformats.org/drawingml/2006/main" noGrp="1"/>
          </p:cNvSpPr>
          <p:nvPr/>
        </p:nvSpPr>
        <p:spPr>
          <a:xfrm xmlns:a="http://schemas.openxmlformats.org/drawingml/2006/main">
            <a:off x="1619250" y="3143250"/>
            <a:ext cx="8858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122A51"/>
                </a:solidFill>
                <a:latin typeface="Calibri"/>
                <a:ea typeface="Calibri"/>
                <a:cs typeface="Calibri"/>
              </a:defRPr>
            </a:defPPr>
          </a:lstStyle>
          <a:p xmlns:a="http://schemas.openxmlformats.org/drawingml/2006/main">
            <a:pPr algn="l">
              <a:lnSpc>
                <a:spcPct val="106000"/>
              </a:lnSpc>
              <a:buNone/>
              <a:defRPr sz="2775" b="1">
                <a:solidFill>
                  <a:srgbClr val="122A51"/>
                </a:solidFill>
                <a:latin typeface="Calibri"/>
                <a:ea typeface="Calibri"/>
                <a:cs typeface="Calibri"/>
              </a:defRPr>
            </a:pPr>
            <a:r>
              <a:rPr sz="2775" b="1">
                <a:solidFill>
                  <a:srgbClr val="122A51"/>
                </a:solidFill>
                <a:latin typeface="Calibri"/>
                <a:ea typeface="Calibri"/>
                <a:cs typeface="Calibri"/>
              </a:rPr>
              <a:t>Automatizar el registro de entrada y salida de motocicletas, asociando cada movimiento con la persona autorizada y la placa leída desde una imagen.</a:t>
            </a:r>
          </a:p>
        </p:txBody>
      </p:sp>
      <p:sp>
        <p:nvSpPr>
          <p:cNvPr id="7" name="">
            <a:extLst xmlns:a="http://schemas.openxmlformats.org/drawingml/2006/main">
              <a:ext uri="{FF2B5EF4-FFF2-40B4-BE49-F238E27FC236}">
                <a16:creationId xmlns:a16="http://schemas.microsoft.com/office/drawing/2014/main" id="{00E46898-BA97-4078-A5DA-CFEE24D98173}"/>
              </a:ext>
            </a:extLst>
          </p:cNvPr>
          <p:cNvSpPr>
            <a:spLocks xmlns:a="http://schemas.openxmlformats.org/drawingml/2006/main" noGrp="1"/>
          </p:cNvSpPr>
          <p:nvPr/>
        </p:nvSpPr>
        <p:spPr>
          <a:xfrm xmlns:a="http://schemas.openxmlformats.org/drawingml/2006/main">
            <a:off x="11144250" y="2524125"/>
            <a:ext cx="49530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4288">
            <a:solidFill>
              <a:srgbClr val="D8E1EB"/>
            </a:solidFill>
            <a:prstDash val="solid"/>
          </a:ln>
        </p:spPr>
      </p:sp>
      <p:sp>
        <p:nvSpPr>
          <p:cNvPr id="8" name="">
            <a:extLst xmlns:a="http://schemas.openxmlformats.org/drawingml/2006/main">
              <a:ext uri="{FF2B5EF4-FFF2-40B4-BE49-F238E27FC236}">
                <a16:creationId xmlns:a16="http://schemas.microsoft.com/office/drawing/2014/main" id="{8497F5BE-C5F1-485C-9793-2138A1015B60}"/>
              </a:ext>
            </a:extLst>
          </p:cNvPr>
          <p:cNvSpPr>
            <a:spLocks xmlns:a="http://schemas.openxmlformats.org/drawingml/2006/main" noGrp="1"/>
          </p:cNvSpPr>
          <p:nvPr/>
        </p:nvSpPr>
        <p:spPr>
          <a:xfrm xmlns:a="http://schemas.openxmlformats.org/drawingml/2006/main">
            <a:off x="11144250" y="2524125"/>
            <a:ext cx="114300" cy="1524000"/>
          </a:xfrm>
          <a:prstGeom xmlns:a="http://schemas.openxmlformats.org/drawingml/2006/main" prst="rect">
            <a:avLst/>
          </a:prstGeom>
          <a:solidFill xmlns:a="http://schemas.openxmlformats.org/drawingml/2006/main">
            <a:srgbClr val="0876B9"/>
          </a:solidFill>
          <a:ln xmlns:a="http://schemas.openxmlformats.org/drawingml/2006/main" w="14288">
            <a:solidFill>
              <a:srgbClr val="0876B9"/>
            </a:solidFill>
            <a:prstDash val="solid"/>
          </a:ln>
        </p:spPr>
      </p:sp>
      <p:sp>
        <p:nvSpPr>
          <p:cNvPr id="9" name="">
            <a:extLst xmlns:a="http://schemas.openxmlformats.org/drawingml/2006/main">
              <a:ext uri="{FF2B5EF4-FFF2-40B4-BE49-F238E27FC236}">
                <a16:creationId xmlns:a16="http://schemas.microsoft.com/office/drawing/2014/main" id="{5EAF75B0-FB49-4CDF-8B4A-1C086FE4CFAA}"/>
              </a:ext>
            </a:extLst>
          </p:cNvPr>
          <p:cNvSpPr>
            <a:spLocks xmlns:a="http://schemas.openxmlformats.org/drawingml/2006/main" noGrp="1"/>
          </p:cNvSpPr>
          <p:nvPr/>
        </p:nvSpPr>
        <p:spPr>
          <a:xfrm xmlns:a="http://schemas.openxmlformats.org/drawingml/2006/main">
            <a:off x="11430000" y="2733675"/>
            <a:ext cx="442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Lugar de aplicación</a:t>
            </a:r>
          </a:p>
        </p:txBody>
      </p:sp>
      <p:sp>
        <p:nvSpPr>
          <p:cNvPr id="10" name="">
            <a:extLst xmlns:a="http://schemas.openxmlformats.org/drawingml/2006/main">
              <a:ext uri="{FF2B5EF4-FFF2-40B4-BE49-F238E27FC236}">
                <a16:creationId xmlns:a16="http://schemas.microsoft.com/office/drawing/2014/main" id="{F1A21CAB-236D-40F9-9B26-9C745B528E09}"/>
              </a:ext>
            </a:extLst>
          </p:cNvPr>
          <p:cNvSpPr>
            <a:spLocks xmlns:a="http://schemas.openxmlformats.org/drawingml/2006/main" noGrp="1"/>
          </p:cNvSpPr>
          <p:nvPr/>
        </p:nvSpPr>
        <p:spPr>
          <a:xfrm xmlns:a="http://schemas.openxmlformats.org/drawingml/2006/main">
            <a:off x="11430000" y="3324225"/>
            <a:ext cx="4400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806"/>
          </a:bodyPr>
          <a:lstStyle xmlns:a="http://schemas.openxmlformats.org/drawingml/2006/main">
            <a:defPPr algn="l">
              <a:defRPr sz="1800">
                <a:solidFill>
                  <a:srgbClr val="17243A"/>
                </a:solidFill>
                <a:latin typeface="Calibri"/>
                <a:ea typeface="Calibri"/>
                <a:cs typeface="Calibri"/>
              </a:defRPr>
            </a:defPPr>
          </a:lstStyle>
          <a:p xmlns:a="http://schemas.openxmlformats.org/drawingml/2006/main">
            <a:pPr algn="l">
              <a:lnSpc>
                <a:spcPct val="108000"/>
              </a:lnSpc>
              <a:buNone/>
              <a:defRPr sz="1800">
                <a:solidFill>
                  <a:srgbClr val="17243A"/>
                </a:solidFill>
                <a:latin typeface="Calibri"/>
                <a:ea typeface="Calibri"/>
                <a:cs typeface="Calibri"/>
              </a:defRPr>
            </a:pPr>
            <a:r>
              <a:rPr sz="1800">
                <a:solidFill>
                  <a:srgbClr val="17243A"/>
                </a:solidFill>
                <a:latin typeface="Calibri"/>
                <a:ea typeface="Calibri"/>
                <a:cs typeface="Calibri"/>
              </a:rPr>
              <a:t>Universidad Popular del Cesar · Campus Universitario · Valledupar</a:t>
            </a:r>
          </a:p>
        </p:txBody>
      </p:sp>
      <p:sp>
        <p:nvSpPr>
          <p:cNvPr id="11" name="">
            <a:extLst xmlns:a="http://schemas.openxmlformats.org/drawingml/2006/main">
              <a:ext uri="{FF2B5EF4-FFF2-40B4-BE49-F238E27FC236}">
                <a16:creationId xmlns:a16="http://schemas.microsoft.com/office/drawing/2014/main" id="{EFFD907F-6255-47AE-BC46-D89DA22B3F24}"/>
              </a:ext>
            </a:extLst>
          </p:cNvPr>
          <p:cNvSpPr>
            <a:spLocks xmlns:a="http://schemas.openxmlformats.org/drawingml/2006/main" noGrp="1"/>
          </p:cNvSpPr>
          <p:nvPr/>
        </p:nvSpPr>
        <p:spPr>
          <a:xfrm xmlns:a="http://schemas.openxmlformats.org/drawingml/2006/main">
            <a:off x="11144250" y="4333875"/>
            <a:ext cx="49530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4288">
            <a:solidFill>
              <a:srgbClr val="D8E1EB"/>
            </a:solidFill>
            <a:prstDash val="solid"/>
          </a:ln>
        </p:spPr>
      </p:sp>
      <p:sp>
        <p:nvSpPr>
          <p:cNvPr id="12" name="">
            <a:extLst xmlns:a="http://schemas.openxmlformats.org/drawingml/2006/main">
              <a:ext uri="{FF2B5EF4-FFF2-40B4-BE49-F238E27FC236}">
                <a16:creationId xmlns:a16="http://schemas.microsoft.com/office/drawing/2014/main" id="{FE03BC4C-B5FA-4769-8182-50820B6B4AD6}"/>
              </a:ext>
            </a:extLst>
          </p:cNvPr>
          <p:cNvSpPr>
            <a:spLocks xmlns:a="http://schemas.openxmlformats.org/drawingml/2006/main" noGrp="1"/>
          </p:cNvSpPr>
          <p:nvPr/>
        </p:nvSpPr>
        <p:spPr>
          <a:xfrm xmlns:a="http://schemas.openxmlformats.org/drawingml/2006/main">
            <a:off x="11144250" y="4333875"/>
            <a:ext cx="114300" cy="1524000"/>
          </a:xfrm>
          <a:prstGeom xmlns:a="http://schemas.openxmlformats.org/drawingml/2006/main" prst="rect">
            <a:avLst/>
          </a:prstGeom>
          <a:solidFill xmlns:a="http://schemas.openxmlformats.org/drawingml/2006/main">
            <a:srgbClr val="F28C28"/>
          </a:solidFill>
          <a:ln xmlns:a="http://schemas.openxmlformats.org/drawingml/2006/main" w="14288">
            <a:solidFill>
              <a:srgbClr val="F28C28"/>
            </a:solidFill>
            <a:prstDash val="solid"/>
          </a:ln>
        </p:spPr>
      </p:sp>
      <p:sp>
        <p:nvSpPr>
          <p:cNvPr id="13" name="">
            <a:extLst xmlns:a="http://schemas.openxmlformats.org/drawingml/2006/main">
              <a:ext uri="{FF2B5EF4-FFF2-40B4-BE49-F238E27FC236}">
                <a16:creationId xmlns:a16="http://schemas.microsoft.com/office/drawing/2014/main" id="{CFB2FB8F-EA06-4752-BEAE-DA84479B4316}"/>
              </a:ext>
            </a:extLst>
          </p:cNvPr>
          <p:cNvSpPr>
            <a:spLocks xmlns:a="http://schemas.openxmlformats.org/drawingml/2006/main" noGrp="1"/>
          </p:cNvSpPr>
          <p:nvPr/>
        </p:nvSpPr>
        <p:spPr>
          <a:xfrm xmlns:a="http://schemas.openxmlformats.org/drawingml/2006/main">
            <a:off x="11430000" y="4543425"/>
            <a:ext cx="442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Usuarios del sistema</a:t>
            </a:r>
          </a:p>
        </p:txBody>
      </p:sp>
      <p:sp>
        <p:nvSpPr>
          <p:cNvPr id="14" name="">
            <a:extLst xmlns:a="http://schemas.openxmlformats.org/drawingml/2006/main">
              <a:ext uri="{FF2B5EF4-FFF2-40B4-BE49-F238E27FC236}">
                <a16:creationId xmlns:a16="http://schemas.microsoft.com/office/drawing/2014/main" id="{80F042BA-2B07-4CE9-BB00-3FCC28D97F4A}"/>
              </a:ext>
            </a:extLst>
          </p:cNvPr>
          <p:cNvSpPr>
            <a:spLocks xmlns:a="http://schemas.openxmlformats.org/drawingml/2006/main" noGrp="1"/>
          </p:cNvSpPr>
          <p:nvPr/>
        </p:nvSpPr>
        <p:spPr>
          <a:xfrm xmlns:a="http://schemas.openxmlformats.org/drawingml/2006/main">
            <a:off x="11430000" y="5133975"/>
            <a:ext cx="4400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806"/>
          </a:bodyPr>
          <a:lstStyle xmlns:a="http://schemas.openxmlformats.org/drawingml/2006/main">
            <a:defPPr algn="l">
              <a:defRPr sz="1800">
                <a:solidFill>
                  <a:srgbClr val="17243A"/>
                </a:solidFill>
                <a:latin typeface="Calibri"/>
                <a:ea typeface="Calibri"/>
                <a:cs typeface="Calibri"/>
              </a:defRPr>
            </a:defPPr>
          </a:lstStyle>
          <a:p xmlns:a="http://schemas.openxmlformats.org/drawingml/2006/main">
            <a:pPr algn="l">
              <a:lnSpc>
                <a:spcPct val="108000"/>
              </a:lnSpc>
              <a:buNone/>
              <a:defRPr sz="1800">
                <a:solidFill>
                  <a:srgbClr val="17243A"/>
                </a:solidFill>
                <a:latin typeface="Calibri"/>
                <a:ea typeface="Calibri"/>
                <a:cs typeface="Calibri"/>
              </a:defRPr>
            </a:pPr>
            <a:r>
              <a:rPr sz="1800">
                <a:solidFill>
                  <a:srgbClr val="17243A"/>
                </a:solidFill>
                <a:latin typeface="Calibri"/>
                <a:ea typeface="Calibri"/>
                <a:cs typeface="Calibri"/>
              </a:rPr>
              <a:t>Personal de vigilancia y personal administrador. Los estudiantes no operan el aplicativo.</a:t>
            </a:r>
          </a:p>
        </p:txBody>
      </p:sp>
      <p:sp>
        <p:nvSpPr>
          <p:cNvPr id="15" name="">
            <a:extLst xmlns:a="http://schemas.openxmlformats.org/drawingml/2006/main">
              <a:ext uri="{FF2B5EF4-FFF2-40B4-BE49-F238E27FC236}">
                <a16:creationId xmlns:a16="http://schemas.microsoft.com/office/drawing/2014/main" id="{221FD0D3-ABBA-46EE-B450-0FB1248952D4}"/>
              </a:ext>
            </a:extLst>
          </p:cNvPr>
          <p:cNvSpPr>
            <a:spLocks xmlns:a="http://schemas.openxmlformats.org/drawingml/2006/main" noGrp="1"/>
          </p:cNvSpPr>
          <p:nvPr/>
        </p:nvSpPr>
        <p:spPr>
          <a:xfrm xmlns:a="http://schemas.openxmlformats.org/drawingml/2006/main">
            <a:off x="11144250" y="6143625"/>
            <a:ext cx="49530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4288">
            <a:solidFill>
              <a:srgbClr val="D8E1EB"/>
            </a:solidFill>
            <a:prstDash val="solid"/>
          </a:ln>
        </p:spPr>
      </p:sp>
      <p:sp>
        <p:nvSpPr>
          <p:cNvPr id="16" name="">
            <a:extLst xmlns:a="http://schemas.openxmlformats.org/drawingml/2006/main">
              <a:ext uri="{FF2B5EF4-FFF2-40B4-BE49-F238E27FC236}">
                <a16:creationId xmlns:a16="http://schemas.microsoft.com/office/drawing/2014/main" id="{92B97BE1-C6BC-4909-9572-2083BCFBE356}"/>
              </a:ext>
            </a:extLst>
          </p:cNvPr>
          <p:cNvSpPr>
            <a:spLocks xmlns:a="http://schemas.openxmlformats.org/drawingml/2006/main" noGrp="1"/>
          </p:cNvSpPr>
          <p:nvPr/>
        </p:nvSpPr>
        <p:spPr>
          <a:xfrm xmlns:a="http://schemas.openxmlformats.org/drawingml/2006/main">
            <a:off x="11144250" y="6143625"/>
            <a:ext cx="114300" cy="1524000"/>
          </a:xfrm>
          <a:prstGeom xmlns:a="http://schemas.openxmlformats.org/drawingml/2006/main" prst="rect">
            <a:avLst/>
          </a:prstGeom>
          <a:solidFill xmlns:a="http://schemas.openxmlformats.org/drawingml/2006/main">
            <a:srgbClr val="55A630"/>
          </a:solidFill>
          <a:ln xmlns:a="http://schemas.openxmlformats.org/drawingml/2006/main" w="14288">
            <a:solidFill>
              <a:srgbClr val="55A630"/>
            </a:solidFill>
            <a:prstDash val="solid"/>
          </a:ln>
        </p:spPr>
      </p:sp>
      <p:sp>
        <p:nvSpPr>
          <p:cNvPr id="17" name="">
            <a:extLst xmlns:a="http://schemas.openxmlformats.org/drawingml/2006/main">
              <a:ext uri="{FF2B5EF4-FFF2-40B4-BE49-F238E27FC236}">
                <a16:creationId xmlns:a16="http://schemas.microsoft.com/office/drawing/2014/main" id="{9F509DFC-0411-4ECF-AE07-1F8F7DA2E2D3}"/>
              </a:ext>
            </a:extLst>
          </p:cNvPr>
          <p:cNvSpPr>
            <a:spLocks xmlns:a="http://schemas.openxmlformats.org/drawingml/2006/main" noGrp="1"/>
          </p:cNvSpPr>
          <p:nvPr/>
        </p:nvSpPr>
        <p:spPr>
          <a:xfrm xmlns:a="http://schemas.openxmlformats.org/drawingml/2006/main">
            <a:off x="11430000" y="6353175"/>
            <a:ext cx="442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Tipo de solución</a:t>
            </a:r>
          </a:p>
        </p:txBody>
      </p:sp>
      <p:sp>
        <p:nvSpPr>
          <p:cNvPr id="18" name="">
            <a:extLst xmlns:a="http://schemas.openxmlformats.org/drawingml/2006/main">
              <a:ext uri="{FF2B5EF4-FFF2-40B4-BE49-F238E27FC236}">
                <a16:creationId xmlns:a16="http://schemas.microsoft.com/office/drawing/2014/main" id="{30D14A18-BB52-4493-8037-3CADDBEF4973}"/>
              </a:ext>
            </a:extLst>
          </p:cNvPr>
          <p:cNvSpPr>
            <a:spLocks xmlns:a="http://schemas.openxmlformats.org/drawingml/2006/main" noGrp="1"/>
          </p:cNvSpPr>
          <p:nvPr/>
        </p:nvSpPr>
        <p:spPr>
          <a:xfrm xmlns:a="http://schemas.openxmlformats.org/drawingml/2006/main">
            <a:off x="11430000" y="6943725"/>
            <a:ext cx="4400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806"/>
          </a:bodyPr>
          <a:lstStyle xmlns:a="http://schemas.openxmlformats.org/drawingml/2006/main">
            <a:defPPr algn="l">
              <a:defRPr sz="1800">
                <a:solidFill>
                  <a:srgbClr val="17243A"/>
                </a:solidFill>
                <a:latin typeface="Calibri"/>
                <a:ea typeface="Calibri"/>
                <a:cs typeface="Calibri"/>
              </a:defRPr>
            </a:defPPr>
          </a:lstStyle>
          <a:p xmlns:a="http://schemas.openxmlformats.org/drawingml/2006/main">
            <a:pPr algn="l">
              <a:lnSpc>
                <a:spcPct val="108000"/>
              </a:lnSpc>
              <a:buNone/>
              <a:defRPr sz="1800">
                <a:solidFill>
                  <a:srgbClr val="17243A"/>
                </a:solidFill>
                <a:latin typeface="Calibri"/>
                <a:ea typeface="Calibri"/>
                <a:cs typeface="Calibri"/>
              </a:defRPr>
            </a:pPr>
            <a:r>
              <a:rPr sz="1800">
                <a:solidFill>
                  <a:srgbClr val="17243A"/>
                </a:solidFill>
                <a:latin typeface="Calibri"/>
                <a:ea typeface="Calibri"/>
                <a:cs typeface="Calibri"/>
              </a:rPr>
              <a:t>Aplicación web administrativa conectada a API .NET, SQL Server y servicio de visión artificial.</a:t>
            </a:r>
          </a:p>
        </p:txBody>
      </p:sp>
    </p:spTree>
    <p:extLst>
      <p:ext uri="{BB962C8B-B14F-4D97-AF65-F5344CB8AC3E}">
        <p14:creationId xmlns:p14="http://schemas.microsoft.com/office/powerpoint/2010/main" val="184396981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0C255F4C-5B12-4BA4-B66C-E52ED4CA7923}"/>
              </a:ext>
            </a:extLst>
          </p:cNvPr>
          <p:cNvPicPr>
            <a:picLocks xmlns:a="http://schemas.openxmlformats.org/drawingml/2006/main" noChangeAspect="1"/>
          </p:cNvPicPr>
          <p:nvPr/>
        </p:nvPicPr>
        <p:blipFill>
          <a:blip xmlns:r="http://schemas.openxmlformats.org/officeDocument/2006/relationships" xmlns:a="http://schemas.openxmlformats.org/drawingml/2006/main" r:embed="R2f8ae6c66c214d8b"/>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894863-7C4D-4EEC-A8F7-9BB1D96F8755}"/>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CONTENIDO</a:t>
            </a:r>
          </a:p>
        </p:txBody>
      </p:sp>
      <p:sp>
        <p:nvSpPr>
          <p:cNvPr id="3" name="">
            <a:extLst xmlns:a="http://schemas.openxmlformats.org/drawingml/2006/main">
              <a:ext uri="{FF2B5EF4-FFF2-40B4-BE49-F238E27FC236}">
                <a16:creationId xmlns:a16="http://schemas.microsoft.com/office/drawing/2014/main" id="{51C7AD14-4DEC-4270-988B-CB09848FA733}"/>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Ruta de la sustentación</a:t>
            </a:r>
          </a:p>
        </p:txBody>
      </p:sp>
      <p:sp>
        <p:nvSpPr>
          <p:cNvPr id="4" name="">
            <a:extLst xmlns:a="http://schemas.openxmlformats.org/drawingml/2006/main">
              <a:ext uri="{FF2B5EF4-FFF2-40B4-BE49-F238E27FC236}">
                <a16:creationId xmlns:a16="http://schemas.microsoft.com/office/drawing/2014/main" id="{6E83EE13-87AD-4A13-8214-4C3FCAA64F4E}"/>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0035440E-360C-4216-BDD5-39A44E8B41B0}"/>
              </a:ext>
            </a:extLst>
          </p:cNvPr>
          <p:cNvSpPr>
            <a:spLocks xmlns:a="http://schemas.openxmlformats.org/drawingml/2006/main" noGrp="1"/>
          </p:cNvSpPr>
          <p:nvPr/>
        </p:nvSpPr>
        <p:spPr>
          <a:xfrm xmlns:a="http://schemas.openxmlformats.org/drawingml/2006/main">
            <a:off x="2000250" y="247650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28C28"/>
                </a:solidFill>
                <a:latin typeface="Calibri"/>
                <a:ea typeface="Calibri"/>
                <a:cs typeface="Calibri"/>
              </a:defRPr>
            </a:defPPr>
          </a:lstStyle>
          <a:p xmlns:a="http://schemas.openxmlformats.org/drawingml/2006/main">
            <a:pPr algn="l">
              <a:lnSpc>
                <a:spcPct val="105000"/>
              </a:lnSpc>
              <a:buNone/>
              <a:defRPr sz="3150" b="1">
                <a:solidFill>
                  <a:srgbClr val="F28C28"/>
                </a:solidFill>
                <a:latin typeface="Calibri"/>
                <a:ea typeface="Calibri"/>
                <a:cs typeface="Calibri"/>
              </a:defRPr>
            </a:pPr>
            <a:r>
              <a:rPr sz="3150" b="1">
                <a:solidFill>
                  <a:srgbClr val="F28C28"/>
                </a:solidFill>
                <a:latin typeface="Calibri"/>
                <a:ea typeface="Calibri"/>
                <a:cs typeface="Calibri"/>
              </a:rPr>
              <a:t>01</a:t>
            </a:r>
          </a:p>
        </p:txBody>
      </p:sp>
      <p:sp>
        <p:nvSpPr>
          <p:cNvPr id="6" name="">
            <a:extLst xmlns:a="http://schemas.openxmlformats.org/drawingml/2006/main">
              <a:ext uri="{FF2B5EF4-FFF2-40B4-BE49-F238E27FC236}">
                <a16:creationId xmlns:a16="http://schemas.microsoft.com/office/drawing/2014/main" id="{AA9071A3-BC35-43F9-BC82-57510407B080}"/>
              </a:ext>
            </a:extLst>
          </p:cNvPr>
          <p:cNvSpPr>
            <a:spLocks xmlns:a="http://schemas.openxmlformats.org/drawingml/2006/main" noGrp="1"/>
          </p:cNvSpPr>
          <p:nvPr/>
        </p:nvSpPr>
        <p:spPr>
          <a:xfrm xmlns:a="http://schemas.openxmlformats.org/drawingml/2006/main">
            <a:off x="3143250" y="2524125"/>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22A51"/>
                </a:solidFill>
                <a:latin typeface="Calibri"/>
                <a:ea typeface="Calibri"/>
                <a:cs typeface="Calibri"/>
              </a:defRPr>
            </a:defPPr>
          </a:lstStyle>
          <a:p xmlns:a="http://schemas.openxmlformats.org/drawingml/2006/main">
            <a:pPr algn="l">
              <a:lnSpc>
                <a:spcPct val="105000"/>
              </a:lnSpc>
              <a:buNone/>
              <a:defRPr sz="2550" b="1">
                <a:solidFill>
                  <a:srgbClr val="122A51"/>
                </a:solidFill>
                <a:latin typeface="Calibri"/>
                <a:ea typeface="Calibri"/>
                <a:cs typeface="Calibri"/>
              </a:defRPr>
            </a:pPr>
            <a:r>
              <a:rPr sz="2550" b="1">
                <a:solidFill>
                  <a:srgbClr val="122A51"/>
                </a:solidFill>
                <a:latin typeface="Calibri"/>
                <a:ea typeface="Calibri"/>
                <a:cs typeface="Calibri"/>
              </a:rPr>
              <a:t>Contexto y problema</a:t>
            </a:r>
          </a:p>
        </p:txBody>
      </p:sp>
      <p:sp>
        <p:nvSpPr>
          <p:cNvPr id="7" name="">
            <a:extLst xmlns:a="http://schemas.openxmlformats.org/drawingml/2006/main">
              <a:ext uri="{FF2B5EF4-FFF2-40B4-BE49-F238E27FC236}">
                <a16:creationId xmlns:a16="http://schemas.microsoft.com/office/drawing/2014/main" id="{7F1E1815-5DE3-4013-B581-618D4B5912ED}"/>
              </a:ext>
            </a:extLst>
          </p:cNvPr>
          <p:cNvSpPr>
            <a:spLocks xmlns:a="http://schemas.openxmlformats.org/drawingml/2006/main" noGrp="1"/>
          </p:cNvSpPr>
          <p:nvPr/>
        </p:nvSpPr>
        <p:spPr>
          <a:xfrm xmlns:a="http://schemas.openxmlformats.org/drawingml/2006/main">
            <a:off x="9525000" y="247650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28C28"/>
                </a:solidFill>
                <a:latin typeface="Calibri"/>
                <a:ea typeface="Calibri"/>
                <a:cs typeface="Calibri"/>
              </a:defRPr>
            </a:defPPr>
          </a:lstStyle>
          <a:p xmlns:a="http://schemas.openxmlformats.org/drawingml/2006/main">
            <a:pPr algn="l">
              <a:lnSpc>
                <a:spcPct val="105000"/>
              </a:lnSpc>
              <a:buNone/>
              <a:defRPr sz="3150" b="1">
                <a:solidFill>
                  <a:srgbClr val="F28C28"/>
                </a:solidFill>
                <a:latin typeface="Calibri"/>
                <a:ea typeface="Calibri"/>
                <a:cs typeface="Calibri"/>
              </a:defRPr>
            </a:pPr>
            <a:r>
              <a:rPr sz="3150" b="1">
                <a:solidFill>
                  <a:srgbClr val="F28C28"/>
                </a:solidFill>
                <a:latin typeface="Calibri"/>
                <a:ea typeface="Calibri"/>
                <a:cs typeface="Calibri"/>
              </a:rPr>
              <a:t>02</a:t>
            </a:r>
          </a:p>
        </p:txBody>
      </p:sp>
      <p:sp>
        <p:nvSpPr>
          <p:cNvPr id="8" name="">
            <a:extLst xmlns:a="http://schemas.openxmlformats.org/drawingml/2006/main">
              <a:ext uri="{FF2B5EF4-FFF2-40B4-BE49-F238E27FC236}">
                <a16:creationId xmlns:a16="http://schemas.microsoft.com/office/drawing/2014/main" id="{8A6CCE48-2975-4356-A6C4-44B4840B4B6D}"/>
              </a:ext>
            </a:extLst>
          </p:cNvPr>
          <p:cNvSpPr>
            <a:spLocks xmlns:a="http://schemas.openxmlformats.org/drawingml/2006/main" noGrp="1"/>
          </p:cNvSpPr>
          <p:nvPr/>
        </p:nvSpPr>
        <p:spPr>
          <a:xfrm xmlns:a="http://schemas.openxmlformats.org/drawingml/2006/main">
            <a:off x="10668000" y="2524125"/>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22A51"/>
                </a:solidFill>
                <a:latin typeface="Calibri"/>
                <a:ea typeface="Calibri"/>
                <a:cs typeface="Calibri"/>
              </a:defRPr>
            </a:defPPr>
          </a:lstStyle>
          <a:p xmlns:a="http://schemas.openxmlformats.org/drawingml/2006/main">
            <a:pPr algn="l">
              <a:lnSpc>
                <a:spcPct val="105000"/>
              </a:lnSpc>
              <a:buNone/>
              <a:defRPr sz="2550" b="1">
                <a:solidFill>
                  <a:srgbClr val="122A51"/>
                </a:solidFill>
                <a:latin typeface="Calibri"/>
                <a:ea typeface="Calibri"/>
                <a:cs typeface="Calibri"/>
              </a:defRPr>
            </a:pPr>
            <a:r>
              <a:rPr sz="2550" b="1">
                <a:solidFill>
                  <a:srgbClr val="122A51"/>
                </a:solidFill>
                <a:latin typeface="Calibri"/>
                <a:ea typeface="Calibri"/>
                <a:cs typeface="Calibri"/>
              </a:rPr>
              <a:t>Objetivos</a:t>
            </a:r>
          </a:p>
        </p:txBody>
      </p:sp>
      <p:sp>
        <p:nvSpPr>
          <p:cNvPr id="9" name="">
            <a:extLst xmlns:a="http://schemas.openxmlformats.org/drawingml/2006/main">
              <a:ext uri="{FF2B5EF4-FFF2-40B4-BE49-F238E27FC236}">
                <a16:creationId xmlns:a16="http://schemas.microsoft.com/office/drawing/2014/main" id="{78666F25-CEE7-4EB3-8943-C544EA51151A}"/>
              </a:ext>
            </a:extLst>
          </p:cNvPr>
          <p:cNvSpPr>
            <a:spLocks xmlns:a="http://schemas.openxmlformats.org/drawingml/2006/main" noGrp="1"/>
          </p:cNvSpPr>
          <p:nvPr/>
        </p:nvSpPr>
        <p:spPr>
          <a:xfrm xmlns:a="http://schemas.openxmlformats.org/drawingml/2006/main">
            <a:off x="2000250" y="3952875"/>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28C28"/>
                </a:solidFill>
                <a:latin typeface="Calibri"/>
                <a:ea typeface="Calibri"/>
                <a:cs typeface="Calibri"/>
              </a:defRPr>
            </a:defPPr>
          </a:lstStyle>
          <a:p xmlns:a="http://schemas.openxmlformats.org/drawingml/2006/main">
            <a:pPr algn="l">
              <a:lnSpc>
                <a:spcPct val="105000"/>
              </a:lnSpc>
              <a:buNone/>
              <a:defRPr sz="3150" b="1">
                <a:solidFill>
                  <a:srgbClr val="F28C28"/>
                </a:solidFill>
                <a:latin typeface="Calibri"/>
                <a:ea typeface="Calibri"/>
                <a:cs typeface="Calibri"/>
              </a:defRPr>
            </a:pPr>
            <a:r>
              <a:rPr sz="3150" b="1">
                <a:solidFill>
                  <a:srgbClr val="F28C28"/>
                </a:solidFill>
                <a:latin typeface="Calibri"/>
                <a:ea typeface="Calibri"/>
                <a:cs typeface="Calibri"/>
              </a:rPr>
              <a:t>03</a:t>
            </a:r>
          </a:p>
        </p:txBody>
      </p:sp>
      <p:sp>
        <p:nvSpPr>
          <p:cNvPr id="10" name="">
            <a:extLst xmlns:a="http://schemas.openxmlformats.org/drawingml/2006/main">
              <a:ext uri="{FF2B5EF4-FFF2-40B4-BE49-F238E27FC236}">
                <a16:creationId xmlns:a16="http://schemas.microsoft.com/office/drawing/2014/main" id="{E74E3B0F-0A8E-42F7-8AE3-BC8D1B17451B}"/>
              </a:ext>
            </a:extLst>
          </p:cNvPr>
          <p:cNvSpPr>
            <a:spLocks xmlns:a="http://schemas.openxmlformats.org/drawingml/2006/main" noGrp="1"/>
          </p:cNvSpPr>
          <p:nvPr/>
        </p:nvSpPr>
        <p:spPr>
          <a:xfrm xmlns:a="http://schemas.openxmlformats.org/drawingml/2006/main">
            <a:off x="3143250" y="4000500"/>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22A51"/>
                </a:solidFill>
                <a:latin typeface="Calibri"/>
                <a:ea typeface="Calibri"/>
                <a:cs typeface="Calibri"/>
              </a:defRPr>
            </a:defPPr>
          </a:lstStyle>
          <a:p xmlns:a="http://schemas.openxmlformats.org/drawingml/2006/main">
            <a:pPr algn="l">
              <a:lnSpc>
                <a:spcPct val="105000"/>
              </a:lnSpc>
              <a:buNone/>
              <a:defRPr sz="2550" b="1">
                <a:solidFill>
                  <a:srgbClr val="122A51"/>
                </a:solidFill>
                <a:latin typeface="Calibri"/>
                <a:ea typeface="Calibri"/>
                <a:cs typeface="Calibri"/>
              </a:defRPr>
            </a:pPr>
            <a:r>
              <a:rPr sz="2550" b="1">
                <a:solidFill>
                  <a:srgbClr val="122A51"/>
                </a:solidFill>
                <a:latin typeface="Calibri"/>
                <a:ea typeface="Calibri"/>
                <a:cs typeface="Calibri"/>
              </a:rPr>
              <a:t>Metodología</a:t>
            </a:r>
          </a:p>
        </p:txBody>
      </p:sp>
      <p:sp>
        <p:nvSpPr>
          <p:cNvPr id="11" name="">
            <a:extLst xmlns:a="http://schemas.openxmlformats.org/drawingml/2006/main">
              <a:ext uri="{FF2B5EF4-FFF2-40B4-BE49-F238E27FC236}">
                <a16:creationId xmlns:a16="http://schemas.microsoft.com/office/drawing/2014/main" id="{82A8E3F3-E358-4176-8513-C53418F2E240}"/>
              </a:ext>
            </a:extLst>
          </p:cNvPr>
          <p:cNvSpPr>
            <a:spLocks xmlns:a="http://schemas.openxmlformats.org/drawingml/2006/main" noGrp="1"/>
          </p:cNvSpPr>
          <p:nvPr/>
        </p:nvSpPr>
        <p:spPr>
          <a:xfrm xmlns:a="http://schemas.openxmlformats.org/drawingml/2006/main">
            <a:off x="9525000" y="3952875"/>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28C28"/>
                </a:solidFill>
                <a:latin typeface="Calibri"/>
                <a:ea typeface="Calibri"/>
                <a:cs typeface="Calibri"/>
              </a:defRPr>
            </a:defPPr>
          </a:lstStyle>
          <a:p xmlns:a="http://schemas.openxmlformats.org/drawingml/2006/main">
            <a:pPr algn="l">
              <a:lnSpc>
                <a:spcPct val="105000"/>
              </a:lnSpc>
              <a:buNone/>
              <a:defRPr sz="3150" b="1">
                <a:solidFill>
                  <a:srgbClr val="F28C28"/>
                </a:solidFill>
                <a:latin typeface="Calibri"/>
                <a:ea typeface="Calibri"/>
                <a:cs typeface="Calibri"/>
              </a:defRPr>
            </a:pPr>
            <a:r>
              <a:rPr sz="3150" b="1">
                <a:solidFill>
                  <a:srgbClr val="F28C28"/>
                </a:solidFill>
                <a:latin typeface="Calibri"/>
                <a:ea typeface="Calibri"/>
                <a:cs typeface="Calibri"/>
              </a:rPr>
              <a:t>04</a:t>
            </a:r>
          </a:p>
        </p:txBody>
      </p:sp>
      <p:sp>
        <p:nvSpPr>
          <p:cNvPr id="12" name="">
            <a:extLst xmlns:a="http://schemas.openxmlformats.org/drawingml/2006/main">
              <a:ext uri="{FF2B5EF4-FFF2-40B4-BE49-F238E27FC236}">
                <a16:creationId xmlns:a16="http://schemas.microsoft.com/office/drawing/2014/main" id="{EF1BEC5A-1EF4-4647-8BFE-EC53D3F63240}"/>
              </a:ext>
            </a:extLst>
          </p:cNvPr>
          <p:cNvSpPr>
            <a:spLocks xmlns:a="http://schemas.openxmlformats.org/drawingml/2006/main" noGrp="1"/>
          </p:cNvSpPr>
          <p:nvPr/>
        </p:nvSpPr>
        <p:spPr>
          <a:xfrm xmlns:a="http://schemas.openxmlformats.org/drawingml/2006/main">
            <a:off x="10668000" y="4000500"/>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22A51"/>
                </a:solidFill>
                <a:latin typeface="Calibri"/>
                <a:ea typeface="Calibri"/>
                <a:cs typeface="Calibri"/>
              </a:defRPr>
            </a:defPPr>
          </a:lstStyle>
          <a:p xmlns:a="http://schemas.openxmlformats.org/drawingml/2006/main">
            <a:pPr algn="l">
              <a:lnSpc>
                <a:spcPct val="105000"/>
              </a:lnSpc>
              <a:buNone/>
              <a:defRPr sz="2550" b="1">
                <a:solidFill>
                  <a:srgbClr val="122A51"/>
                </a:solidFill>
                <a:latin typeface="Calibri"/>
                <a:ea typeface="Calibri"/>
                <a:cs typeface="Calibri"/>
              </a:defRPr>
            </a:pPr>
            <a:r>
              <a:rPr sz="2550" b="1">
                <a:solidFill>
                  <a:srgbClr val="122A51"/>
                </a:solidFill>
                <a:latin typeface="Calibri"/>
                <a:ea typeface="Calibri"/>
                <a:cs typeface="Calibri"/>
              </a:rPr>
              <a:t>Marco referencial</a:t>
            </a:r>
          </a:p>
        </p:txBody>
      </p:sp>
      <p:sp>
        <p:nvSpPr>
          <p:cNvPr id="13" name="">
            <a:extLst xmlns:a="http://schemas.openxmlformats.org/drawingml/2006/main">
              <a:ext uri="{FF2B5EF4-FFF2-40B4-BE49-F238E27FC236}">
                <a16:creationId xmlns:a16="http://schemas.microsoft.com/office/drawing/2014/main" id="{4A90C859-7962-49F5-B3AF-3B0D2286363F}"/>
              </a:ext>
            </a:extLst>
          </p:cNvPr>
          <p:cNvSpPr>
            <a:spLocks xmlns:a="http://schemas.openxmlformats.org/drawingml/2006/main" noGrp="1"/>
          </p:cNvSpPr>
          <p:nvPr/>
        </p:nvSpPr>
        <p:spPr>
          <a:xfrm xmlns:a="http://schemas.openxmlformats.org/drawingml/2006/main">
            <a:off x="2000250" y="5429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28C28"/>
                </a:solidFill>
                <a:latin typeface="Calibri"/>
                <a:ea typeface="Calibri"/>
                <a:cs typeface="Calibri"/>
              </a:defRPr>
            </a:defPPr>
          </a:lstStyle>
          <a:p xmlns:a="http://schemas.openxmlformats.org/drawingml/2006/main">
            <a:pPr algn="l">
              <a:lnSpc>
                <a:spcPct val="105000"/>
              </a:lnSpc>
              <a:buNone/>
              <a:defRPr sz="3150" b="1">
                <a:solidFill>
                  <a:srgbClr val="F28C28"/>
                </a:solidFill>
                <a:latin typeface="Calibri"/>
                <a:ea typeface="Calibri"/>
                <a:cs typeface="Calibri"/>
              </a:defRPr>
            </a:pPr>
            <a:r>
              <a:rPr sz="3150" b="1">
                <a:solidFill>
                  <a:srgbClr val="F28C28"/>
                </a:solidFill>
                <a:latin typeface="Calibri"/>
                <a:ea typeface="Calibri"/>
                <a:cs typeface="Calibri"/>
              </a:rPr>
              <a:t>05</a:t>
            </a:r>
          </a:p>
        </p:txBody>
      </p:sp>
      <p:sp>
        <p:nvSpPr>
          <p:cNvPr id="14" name="">
            <a:extLst xmlns:a="http://schemas.openxmlformats.org/drawingml/2006/main">
              <a:ext uri="{FF2B5EF4-FFF2-40B4-BE49-F238E27FC236}">
                <a16:creationId xmlns:a16="http://schemas.microsoft.com/office/drawing/2014/main" id="{37651099-5DA4-490C-BC22-6848281C6958}"/>
              </a:ext>
            </a:extLst>
          </p:cNvPr>
          <p:cNvSpPr>
            <a:spLocks xmlns:a="http://schemas.openxmlformats.org/drawingml/2006/main" noGrp="1"/>
          </p:cNvSpPr>
          <p:nvPr/>
        </p:nvSpPr>
        <p:spPr>
          <a:xfrm xmlns:a="http://schemas.openxmlformats.org/drawingml/2006/main">
            <a:off x="3143250" y="5476875"/>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22A51"/>
                </a:solidFill>
                <a:latin typeface="Calibri"/>
                <a:ea typeface="Calibri"/>
                <a:cs typeface="Calibri"/>
              </a:defRPr>
            </a:defPPr>
          </a:lstStyle>
          <a:p xmlns:a="http://schemas.openxmlformats.org/drawingml/2006/main">
            <a:pPr algn="l">
              <a:lnSpc>
                <a:spcPct val="105000"/>
              </a:lnSpc>
              <a:buNone/>
              <a:defRPr sz="2550" b="1">
                <a:solidFill>
                  <a:srgbClr val="122A51"/>
                </a:solidFill>
                <a:latin typeface="Calibri"/>
                <a:ea typeface="Calibri"/>
                <a:cs typeface="Calibri"/>
              </a:defRPr>
            </a:pPr>
            <a:r>
              <a:rPr sz="2550" b="1">
                <a:solidFill>
                  <a:srgbClr val="122A51"/>
                </a:solidFill>
                <a:latin typeface="Calibri"/>
                <a:ea typeface="Calibri"/>
                <a:cs typeface="Calibri"/>
              </a:rPr>
              <a:t>Arquitectura y módulos</a:t>
            </a:r>
          </a:p>
        </p:txBody>
      </p:sp>
      <p:sp>
        <p:nvSpPr>
          <p:cNvPr id="15" name="">
            <a:extLst xmlns:a="http://schemas.openxmlformats.org/drawingml/2006/main">
              <a:ext uri="{FF2B5EF4-FFF2-40B4-BE49-F238E27FC236}">
                <a16:creationId xmlns:a16="http://schemas.microsoft.com/office/drawing/2014/main" id="{D5AF8AF1-56CF-4B78-B8F4-EEEAF7035A02}"/>
              </a:ext>
            </a:extLst>
          </p:cNvPr>
          <p:cNvSpPr>
            <a:spLocks xmlns:a="http://schemas.openxmlformats.org/drawingml/2006/main" noGrp="1"/>
          </p:cNvSpPr>
          <p:nvPr/>
        </p:nvSpPr>
        <p:spPr>
          <a:xfrm xmlns:a="http://schemas.openxmlformats.org/drawingml/2006/main">
            <a:off x="9525000" y="5429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28C28"/>
                </a:solidFill>
                <a:latin typeface="Calibri"/>
                <a:ea typeface="Calibri"/>
                <a:cs typeface="Calibri"/>
              </a:defRPr>
            </a:defPPr>
          </a:lstStyle>
          <a:p xmlns:a="http://schemas.openxmlformats.org/drawingml/2006/main">
            <a:pPr algn="l">
              <a:lnSpc>
                <a:spcPct val="105000"/>
              </a:lnSpc>
              <a:buNone/>
              <a:defRPr sz="3150" b="1">
                <a:solidFill>
                  <a:srgbClr val="F28C28"/>
                </a:solidFill>
                <a:latin typeface="Calibri"/>
                <a:ea typeface="Calibri"/>
                <a:cs typeface="Calibri"/>
              </a:defRPr>
            </a:pPr>
            <a:r>
              <a:rPr sz="3150" b="1">
                <a:solidFill>
                  <a:srgbClr val="F28C28"/>
                </a:solidFill>
                <a:latin typeface="Calibri"/>
                <a:ea typeface="Calibri"/>
                <a:cs typeface="Calibri"/>
              </a:rPr>
              <a:t>06</a:t>
            </a:r>
          </a:p>
        </p:txBody>
      </p:sp>
      <p:sp>
        <p:nvSpPr>
          <p:cNvPr id="16" name="">
            <a:extLst xmlns:a="http://schemas.openxmlformats.org/drawingml/2006/main">
              <a:ext uri="{FF2B5EF4-FFF2-40B4-BE49-F238E27FC236}">
                <a16:creationId xmlns:a16="http://schemas.microsoft.com/office/drawing/2014/main" id="{1C3AF948-9CBA-44D6-B492-6C128DFBCB20}"/>
              </a:ext>
            </a:extLst>
          </p:cNvPr>
          <p:cNvSpPr>
            <a:spLocks xmlns:a="http://schemas.openxmlformats.org/drawingml/2006/main" noGrp="1"/>
          </p:cNvSpPr>
          <p:nvPr/>
        </p:nvSpPr>
        <p:spPr>
          <a:xfrm xmlns:a="http://schemas.openxmlformats.org/drawingml/2006/main">
            <a:off x="10668000" y="5476875"/>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22A51"/>
                </a:solidFill>
                <a:latin typeface="Calibri"/>
                <a:ea typeface="Calibri"/>
                <a:cs typeface="Calibri"/>
              </a:defRPr>
            </a:defPPr>
          </a:lstStyle>
          <a:p xmlns:a="http://schemas.openxmlformats.org/drawingml/2006/main">
            <a:pPr algn="l">
              <a:lnSpc>
                <a:spcPct val="105000"/>
              </a:lnSpc>
              <a:buNone/>
              <a:defRPr sz="2550" b="1">
                <a:solidFill>
                  <a:srgbClr val="122A51"/>
                </a:solidFill>
                <a:latin typeface="Calibri"/>
                <a:ea typeface="Calibri"/>
                <a:cs typeface="Calibri"/>
              </a:defRPr>
            </a:pPr>
            <a:r>
              <a:rPr sz="2550" b="1">
                <a:solidFill>
                  <a:srgbClr val="122A51"/>
                </a:solidFill>
                <a:latin typeface="Calibri"/>
                <a:ea typeface="Calibri"/>
                <a:cs typeface="Calibri"/>
              </a:rPr>
              <a:t>Estado del prototipo</a:t>
            </a:r>
          </a:p>
        </p:txBody>
      </p:sp>
      <p:sp>
        <p:nvSpPr>
          <p:cNvPr id="17" name="">
            <a:extLst xmlns:a="http://schemas.openxmlformats.org/drawingml/2006/main">
              <a:ext uri="{FF2B5EF4-FFF2-40B4-BE49-F238E27FC236}">
                <a16:creationId xmlns:a16="http://schemas.microsoft.com/office/drawing/2014/main" id="{4CC442B0-DF13-4FB3-A059-80760A03643A}"/>
              </a:ext>
            </a:extLst>
          </p:cNvPr>
          <p:cNvSpPr>
            <a:spLocks xmlns:a="http://schemas.openxmlformats.org/drawingml/2006/main" noGrp="1"/>
          </p:cNvSpPr>
          <p:nvPr/>
        </p:nvSpPr>
        <p:spPr>
          <a:xfrm xmlns:a="http://schemas.openxmlformats.org/drawingml/2006/main">
            <a:off x="2000250" y="6905625"/>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28C28"/>
                </a:solidFill>
                <a:latin typeface="Calibri"/>
                <a:ea typeface="Calibri"/>
                <a:cs typeface="Calibri"/>
              </a:defRPr>
            </a:defPPr>
          </a:lstStyle>
          <a:p xmlns:a="http://schemas.openxmlformats.org/drawingml/2006/main">
            <a:pPr algn="l">
              <a:lnSpc>
                <a:spcPct val="105000"/>
              </a:lnSpc>
              <a:buNone/>
              <a:defRPr sz="3150" b="1">
                <a:solidFill>
                  <a:srgbClr val="F28C28"/>
                </a:solidFill>
                <a:latin typeface="Calibri"/>
                <a:ea typeface="Calibri"/>
                <a:cs typeface="Calibri"/>
              </a:defRPr>
            </a:pPr>
            <a:r>
              <a:rPr sz="3150" b="1">
                <a:solidFill>
                  <a:srgbClr val="F28C28"/>
                </a:solidFill>
                <a:latin typeface="Calibri"/>
                <a:ea typeface="Calibri"/>
                <a:cs typeface="Calibri"/>
              </a:rPr>
              <a:t>07</a:t>
            </a:r>
          </a:p>
        </p:txBody>
      </p:sp>
      <p:sp>
        <p:nvSpPr>
          <p:cNvPr id="18" name="">
            <a:extLst xmlns:a="http://schemas.openxmlformats.org/drawingml/2006/main">
              <a:ext uri="{FF2B5EF4-FFF2-40B4-BE49-F238E27FC236}">
                <a16:creationId xmlns:a16="http://schemas.microsoft.com/office/drawing/2014/main" id="{CD276728-F4B5-4202-AF9B-E1A7D2D6E02F}"/>
              </a:ext>
            </a:extLst>
          </p:cNvPr>
          <p:cNvSpPr>
            <a:spLocks xmlns:a="http://schemas.openxmlformats.org/drawingml/2006/main" noGrp="1"/>
          </p:cNvSpPr>
          <p:nvPr/>
        </p:nvSpPr>
        <p:spPr>
          <a:xfrm xmlns:a="http://schemas.openxmlformats.org/drawingml/2006/main">
            <a:off x="3143250" y="6953250"/>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22A51"/>
                </a:solidFill>
                <a:latin typeface="Calibri"/>
                <a:ea typeface="Calibri"/>
                <a:cs typeface="Calibri"/>
              </a:defRPr>
            </a:defPPr>
          </a:lstStyle>
          <a:p xmlns:a="http://schemas.openxmlformats.org/drawingml/2006/main">
            <a:pPr algn="l">
              <a:lnSpc>
                <a:spcPct val="105000"/>
              </a:lnSpc>
              <a:buNone/>
              <a:defRPr sz="2550" b="1">
                <a:solidFill>
                  <a:srgbClr val="122A51"/>
                </a:solidFill>
                <a:latin typeface="Calibri"/>
                <a:ea typeface="Calibri"/>
                <a:cs typeface="Calibri"/>
              </a:defRPr>
            </a:pPr>
            <a:r>
              <a:rPr sz="2550" b="1">
                <a:solidFill>
                  <a:srgbClr val="122A51"/>
                </a:solidFill>
                <a:latin typeface="Calibri"/>
                <a:ea typeface="Calibri"/>
                <a:cs typeface="Calibri"/>
              </a:rPr>
              <a:t>Conclusiones y recomendaciones</a:t>
            </a:r>
          </a:p>
        </p:txBody>
      </p:sp>
      <p:sp>
        <p:nvSpPr>
          <p:cNvPr id="19" name="">
            <a:extLst xmlns:a="http://schemas.openxmlformats.org/drawingml/2006/main">
              <a:ext uri="{FF2B5EF4-FFF2-40B4-BE49-F238E27FC236}">
                <a16:creationId xmlns:a16="http://schemas.microsoft.com/office/drawing/2014/main" id="{EDBA74C1-77D4-461B-9D5B-E5F392857C63}"/>
              </a:ext>
            </a:extLst>
          </p:cNvPr>
          <p:cNvSpPr>
            <a:spLocks xmlns:a="http://schemas.openxmlformats.org/drawingml/2006/main" noGrp="1"/>
          </p:cNvSpPr>
          <p:nvPr/>
        </p:nvSpPr>
        <p:spPr>
          <a:xfrm xmlns:a="http://schemas.openxmlformats.org/drawingml/2006/main">
            <a:off x="9525000" y="6905625"/>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28C28"/>
                </a:solidFill>
                <a:latin typeface="Calibri"/>
                <a:ea typeface="Calibri"/>
                <a:cs typeface="Calibri"/>
              </a:defRPr>
            </a:defPPr>
          </a:lstStyle>
          <a:p xmlns:a="http://schemas.openxmlformats.org/drawingml/2006/main">
            <a:pPr algn="l">
              <a:lnSpc>
                <a:spcPct val="105000"/>
              </a:lnSpc>
              <a:buNone/>
              <a:defRPr sz="3150" b="1">
                <a:solidFill>
                  <a:srgbClr val="F28C28"/>
                </a:solidFill>
                <a:latin typeface="Calibri"/>
                <a:ea typeface="Calibri"/>
                <a:cs typeface="Calibri"/>
              </a:defRPr>
            </a:pPr>
            <a:r>
              <a:rPr sz="3150" b="1">
                <a:solidFill>
                  <a:srgbClr val="F28C28"/>
                </a:solidFill>
                <a:latin typeface="Calibri"/>
                <a:ea typeface="Calibri"/>
                <a:cs typeface="Calibri"/>
              </a:rPr>
              <a:t>08</a:t>
            </a:r>
          </a:p>
        </p:txBody>
      </p:sp>
      <p:sp>
        <p:nvSpPr>
          <p:cNvPr id="20" name="">
            <a:extLst xmlns:a="http://schemas.openxmlformats.org/drawingml/2006/main">
              <a:ext uri="{FF2B5EF4-FFF2-40B4-BE49-F238E27FC236}">
                <a16:creationId xmlns:a16="http://schemas.microsoft.com/office/drawing/2014/main" id="{B8934816-1975-4F32-A44F-F24FFE4F2D19}"/>
              </a:ext>
            </a:extLst>
          </p:cNvPr>
          <p:cNvSpPr>
            <a:spLocks xmlns:a="http://schemas.openxmlformats.org/drawingml/2006/main" noGrp="1"/>
          </p:cNvSpPr>
          <p:nvPr/>
        </p:nvSpPr>
        <p:spPr>
          <a:xfrm xmlns:a="http://schemas.openxmlformats.org/drawingml/2006/main">
            <a:off x="10668000" y="6953250"/>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22A51"/>
                </a:solidFill>
                <a:latin typeface="Calibri"/>
                <a:ea typeface="Calibri"/>
                <a:cs typeface="Calibri"/>
              </a:defRPr>
            </a:defPPr>
          </a:lstStyle>
          <a:p xmlns:a="http://schemas.openxmlformats.org/drawingml/2006/main">
            <a:pPr algn="l">
              <a:lnSpc>
                <a:spcPct val="105000"/>
              </a:lnSpc>
              <a:buNone/>
              <a:defRPr sz="2550" b="1">
                <a:solidFill>
                  <a:srgbClr val="122A51"/>
                </a:solidFill>
                <a:latin typeface="Calibri"/>
                <a:ea typeface="Calibri"/>
                <a:cs typeface="Calibri"/>
              </a:defRPr>
            </a:pPr>
            <a:r>
              <a:rPr sz="2550" b="1">
                <a:solidFill>
                  <a:srgbClr val="122A51"/>
                </a:solidFill>
                <a:latin typeface="Calibri"/>
                <a:ea typeface="Calibri"/>
                <a:cs typeface="Calibri"/>
              </a:rPr>
              <a:t>Referencias</a:t>
            </a:r>
          </a:p>
        </p:txBody>
      </p:sp>
    </p:spTree>
    <p:extLst>
      <p:ext uri="{BB962C8B-B14F-4D97-AF65-F5344CB8AC3E}">
        <p14:creationId xmlns:p14="http://schemas.microsoft.com/office/powerpoint/2010/main" val="183335671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4E9AC900-83FA-43AB-BFD9-86AE7522EA1E}"/>
              </a:ext>
            </a:extLst>
          </p:cNvPr>
          <p:cNvPicPr>
            <a:picLocks xmlns:a="http://schemas.openxmlformats.org/drawingml/2006/main" noChangeAspect="1"/>
          </p:cNvPicPr>
          <p:nvPr/>
        </p:nvPicPr>
        <p:blipFill>
          <a:blip xmlns:r="http://schemas.openxmlformats.org/officeDocument/2006/relationships" xmlns:a="http://schemas.openxmlformats.org/drawingml/2006/main" r:embed="Rd26b13b7a80f4779"/>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AC761D8-C075-4C94-A095-D4507F72FF76}"/>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1. INTRODUCCIÓN</a:t>
            </a:r>
          </a:p>
        </p:txBody>
      </p:sp>
      <p:sp>
        <p:nvSpPr>
          <p:cNvPr id="3" name="">
            <a:extLst xmlns:a="http://schemas.openxmlformats.org/drawingml/2006/main">
              <a:ext uri="{FF2B5EF4-FFF2-40B4-BE49-F238E27FC236}">
                <a16:creationId xmlns:a16="http://schemas.microsoft.com/office/drawing/2014/main" id="{2AFCCF55-701D-46D7-91B7-C119F81168DF}"/>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El acceso manual limita la trazabilidad</a:t>
            </a:r>
          </a:p>
        </p:txBody>
      </p:sp>
      <p:sp>
        <p:nvSpPr>
          <p:cNvPr id="4" name="">
            <a:extLst xmlns:a="http://schemas.openxmlformats.org/drawingml/2006/main">
              <a:ext uri="{FF2B5EF4-FFF2-40B4-BE49-F238E27FC236}">
                <a16:creationId xmlns:a16="http://schemas.microsoft.com/office/drawing/2014/main" id="{9A57E1A1-457F-405F-ABC6-F83FF562694E}"/>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96B9BF5B-C69C-4962-BF31-AEB70841267E}"/>
              </a:ext>
            </a:extLst>
          </p:cNvPr>
          <p:cNvSpPr>
            <a:spLocks xmlns:a="http://schemas.openxmlformats.org/drawingml/2006/main" noGrp="1"/>
          </p:cNvSpPr>
          <p:nvPr/>
        </p:nvSpPr>
        <p:spPr>
          <a:xfrm xmlns:a="http://schemas.openxmlformats.org/drawingml/2006/main">
            <a:off x="1524000" y="2524125"/>
            <a:ext cx="7000875" cy="2143125"/>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D8E1EB"/>
            </a:solidFill>
            <a:prstDash val="solid"/>
          </a:ln>
        </p:spPr>
      </p:sp>
      <p:sp>
        <p:nvSpPr>
          <p:cNvPr id="6" name="">
            <a:extLst xmlns:a="http://schemas.openxmlformats.org/drawingml/2006/main">
              <a:ext uri="{FF2B5EF4-FFF2-40B4-BE49-F238E27FC236}">
                <a16:creationId xmlns:a16="http://schemas.microsoft.com/office/drawing/2014/main" id="{5015077E-2C3F-4340-A2B1-ED5A12886618}"/>
              </a:ext>
            </a:extLst>
          </p:cNvPr>
          <p:cNvSpPr>
            <a:spLocks xmlns:a="http://schemas.openxmlformats.org/drawingml/2006/main" noGrp="1"/>
          </p:cNvSpPr>
          <p:nvPr/>
        </p:nvSpPr>
        <p:spPr>
          <a:xfrm xmlns:a="http://schemas.openxmlformats.org/drawingml/2006/main">
            <a:off x="1524000" y="2524125"/>
            <a:ext cx="114300" cy="2143125"/>
          </a:xfrm>
          <a:prstGeom xmlns:a="http://schemas.openxmlformats.org/drawingml/2006/main" prst="rect">
            <a:avLst/>
          </a:prstGeom>
          <a:solidFill xmlns:a="http://schemas.openxmlformats.org/drawingml/2006/main">
            <a:srgbClr val="122A51"/>
          </a:solidFill>
          <a:ln xmlns:a="http://schemas.openxmlformats.org/drawingml/2006/main" w="14288">
            <a:solidFill>
              <a:srgbClr val="122A51"/>
            </a:solidFill>
            <a:prstDash val="solid"/>
          </a:ln>
        </p:spPr>
      </p:sp>
      <p:sp>
        <p:nvSpPr>
          <p:cNvPr id="7" name="">
            <a:extLst xmlns:a="http://schemas.openxmlformats.org/drawingml/2006/main">
              <a:ext uri="{FF2B5EF4-FFF2-40B4-BE49-F238E27FC236}">
                <a16:creationId xmlns:a16="http://schemas.microsoft.com/office/drawing/2014/main" id="{C3FF19D6-B0CA-4B9D-B5EE-66B1A1D341CB}"/>
              </a:ext>
            </a:extLst>
          </p:cNvPr>
          <p:cNvSpPr>
            <a:spLocks xmlns:a="http://schemas.openxmlformats.org/drawingml/2006/main" noGrp="1"/>
          </p:cNvSpPr>
          <p:nvPr/>
        </p:nvSpPr>
        <p:spPr>
          <a:xfrm xmlns:a="http://schemas.openxmlformats.org/drawingml/2006/main">
            <a:off x="1809750" y="2733675"/>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Proceso actual descrito</a:t>
            </a:r>
          </a:p>
        </p:txBody>
      </p:sp>
      <p:sp>
        <p:nvSpPr>
          <p:cNvPr id="8" name="">
            <a:extLst xmlns:a="http://schemas.openxmlformats.org/drawingml/2006/main">
              <a:ext uri="{FF2B5EF4-FFF2-40B4-BE49-F238E27FC236}">
                <a16:creationId xmlns:a16="http://schemas.microsoft.com/office/drawing/2014/main" id="{0836CF9B-C29B-4FA2-9CF9-90A9FE72D3FB}"/>
              </a:ext>
            </a:extLst>
          </p:cNvPr>
          <p:cNvSpPr>
            <a:spLocks xmlns:a="http://schemas.openxmlformats.org/drawingml/2006/main" noGrp="1"/>
          </p:cNvSpPr>
          <p:nvPr/>
        </p:nvSpPr>
        <p:spPr>
          <a:xfrm xmlns:a="http://schemas.openxmlformats.org/drawingml/2006/main">
            <a:off x="1809750" y="3324225"/>
            <a:ext cx="6448425"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a:solidFill>
                  <a:srgbClr val="17243A"/>
                </a:solidFill>
                <a:latin typeface="Calibri"/>
                <a:ea typeface="Calibri"/>
                <a:cs typeface="Calibri"/>
              </a:defRPr>
            </a:defPPr>
          </a:lstStyle>
          <a:p xmlns:a="http://schemas.openxmlformats.org/drawingml/2006/main">
            <a:pPr algn="l">
              <a:lnSpc>
                <a:spcPct val="108000"/>
              </a:lnSpc>
              <a:buNone/>
              <a:defRPr sz="2175">
                <a:solidFill>
                  <a:srgbClr val="17243A"/>
                </a:solidFill>
                <a:latin typeface="Calibri"/>
                <a:ea typeface="Calibri"/>
                <a:cs typeface="Calibri"/>
              </a:defRPr>
            </a:pPr>
            <a:r>
              <a:rPr sz="2175">
                <a:solidFill>
                  <a:srgbClr val="17243A"/>
                </a:solidFill>
                <a:latin typeface="Calibri"/>
                <a:ea typeface="Calibri"/>
                <a:cs typeface="Calibri"/>
              </a:rPr>
              <a:t>El personal observa la placa y registra el ingreso con apoyo de tiquetes físicos.</a:t>
            </a:r>
          </a:p>
        </p:txBody>
      </p:sp>
      <p:sp>
        <p:nvSpPr>
          <p:cNvPr id="9" name="">
            <a:extLst xmlns:a="http://schemas.openxmlformats.org/drawingml/2006/main">
              <a:ext uri="{FF2B5EF4-FFF2-40B4-BE49-F238E27FC236}">
                <a16:creationId xmlns:a16="http://schemas.microsoft.com/office/drawing/2014/main" id="{FEE1FCEA-A1A6-4EA0-80BF-D089452FB922}"/>
              </a:ext>
            </a:extLst>
          </p:cNvPr>
          <p:cNvSpPr>
            <a:spLocks xmlns:a="http://schemas.openxmlformats.org/drawingml/2006/main" noGrp="1"/>
          </p:cNvSpPr>
          <p:nvPr/>
        </p:nvSpPr>
        <p:spPr>
          <a:xfrm xmlns:a="http://schemas.openxmlformats.org/drawingml/2006/main">
            <a:off x="9334500" y="2524125"/>
            <a:ext cx="7000875" cy="2143125"/>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D8E1EB"/>
            </a:solidFill>
            <a:prstDash val="solid"/>
          </a:ln>
        </p:spPr>
      </p:sp>
      <p:sp>
        <p:nvSpPr>
          <p:cNvPr id="10" name="">
            <a:extLst xmlns:a="http://schemas.openxmlformats.org/drawingml/2006/main">
              <a:ext uri="{FF2B5EF4-FFF2-40B4-BE49-F238E27FC236}">
                <a16:creationId xmlns:a16="http://schemas.microsoft.com/office/drawing/2014/main" id="{34D55079-770F-4538-8B38-EF75B8A99316}"/>
              </a:ext>
            </a:extLst>
          </p:cNvPr>
          <p:cNvSpPr>
            <a:spLocks xmlns:a="http://schemas.openxmlformats.org/drawingml/2006/main" noGrp="1"/>
          </p:cNvSpPr>
          <p:nvPr/>
        </p:nvSpPr>
        <p:spPr>
          <a:xfrm xmlns:a="http://schemas.openxmlformats.org/drawingml/2006/main">
            <a:off x="9334500" y="2524125"/>
            <a:ext cx="114300" cy="2143125"/>
          </a:xfrm>
          <a:prstGeom xmlns:a="http://schemas.openxmlformats.org/drawingml/2006/main" prst="rect">
            <a:avLst/>
          </a:prstGeom>
          <a:solidFill xmlns:a="http://schemas.openxmlformats.org/drawingml/2006/main">
            <a:srgbClr val="F28C28"/>
          </a:solidFill>
          <a:ln xmlns:a="http://schemas.openxmlformats.org/drawingml/2006/main" w="14288">
            <a:solidFill>
              <a:srgbClr val="F28C28"/>
            </a:solidFill>
            <a:prstDash val="solid"/>
          </a:ln>
        </p:spPr>
      </p:sp>
      <p:sp>
        <p:nvSpPr>
          <p:cNvPr id="11" name="">
            <a:extLst xmlns:a="http://schemas.openxmlformats.org/drawingml/2006/main">
              <a:ext uri="{FF2B5EF4-FFF2-40B4-BE49-F238E27FC236}">
                <a16:creationId xmlns:a16="http://schemas.microsoft.com/office/drawing/2014/main" id="{DE4CAD6A-8802-4104-B178-02DFC2ECE3B8}"/>
              </a:ext>
            </a:extLst>
          </p:cNvPr>
          <p:cNvSpPr>
            <a:spLocks xmlns:a="http://schemas.openxmlformats.org/drawingml/2006/main" noGrp="1"/>
          </p:cNvSpPr>
          <p:nvPr/>
        </p:nvSpPr>
        <p:spPr>
          <a:xfrm xmlns:a="http://schemas.openxmlformats.org/drawingml/2006/main">
            <a:off x="9620250" y="2733675"/>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Problemas identificados</a:t>
            </a:r>
          </a:p>
        </p:txBody>
      </p:sp>
      <p:sp>
        <p:nvSpPr>
          <p:cNvPr id="12" name="">
            <a:extLst xmlns:a="http://schemas.openxmlformats.org/drawingml/2006/main">
              <a:ext uri="{FF2B5EF4-FFF2-40B4-BE49-F238E27FC236}">
                <a16:creationId xmlns:a16="http://schemas.microsoft.com/office/drawing/2014/main" id="{ADE23BAC-CAA5-4240-8C22-5D6F5029DA66}"/>
              </a:ext>
            </a:extLst>
          </p:cNvPr>
          <p:cNvSpPr>
            <a:spLocks xmlns:a="http://schemas.openxmlformats.org/drawingml/2006/main" noGrp="1"/>
          </p:cNvSpPr>
          <p:nvPr/>
        </p:nvSpPr>
        <p:spPr>
          <a:xfrm xmlns:a="http://schemas.openxmlformats.org/drawingml/2006/main">
            <a:off x="9620250" y="3324225"/>
            <a:ext cx="6448425"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a:solidFill>
                  <a:srgbClr val="17243A"/>
                </a:solidFill>
                <a:latin typeface="Calibri"/>
                <a:ea typeface="Calibri"/>
                <a:cs typeface="Calibri"/>
              </a:defRPr>
            </a:defPPr>
          </a:lstStyle>
          <a:p xmlns:a="http://schemas.openxmlformats.org/drawingml/2006/main">
            <a:pPr algn="l">
              <a:lnSpc>
                <a:spcPct val="108000"/>
              </a:lnSpc>
              <a:buNone/>
              <a:defRPr sz="2175">
                <a:solidFill>
                  <a:srgbClr val="17243A"/>
                </a:solidFill>
                <a:latin typeface="Calibri"/>
                <a:ea typeface="Calibri"/>
                <a:cs typeface="Calibri"/>
              </a:defRPr>
            </a:pPr>
            <a:r>
              <a:rPr sz="2175">
                <a:solidFill>
                  <a:srgbClr val="17243A"/>
                </a:solidFill>
                <a:latin typeface="Calibri"/>
                <a:ea typeface="Calibri"/>
                <a:cs typeface="Calibri"/>
              </a:rPr>
              <a:t>Demoras en horas pico, errores de transcripción y registros en papel difíciles de consultar.</a:t>
            </a:r>
          </a:p>
        </p:txBody>
      </p:sp>
      <p:sp>
        <p:nvSpPr>
          <p:cNvPr id="13" name="">
            <a:extLst xmlns:a="http://schemas.openxmlformats.org/drawingml/2006/main">
              <a:ext uri="{FF2B5EF4-FFF2-40B4-BE49-F238E27FC236}">
                <a16:creationId xmlns:a16="http://schemas.microsoft.com/office/drawing/2014/main" id="{CBAFBD72-56FD-40DD-95CB-B264105F8A3A}"/>
              </a:ext>
            </a:extLst>
          </p:cNvPr>
          <p:cNvSpPr>
            <a:spLocks xmlns:a="http://schemas.openxmlformats.org/drawingml/2006/main" noGrp="1"/>
          </p:cNvSpPr>
          <p:nvPr/>
        </p:nvSpPr>
        <p:spPr>
          <a:xfrm xmlns:a="http://schemas.openxmlformats.org/drawingml/2006/main">
            <a:off x="1524000" y="5191125"/>
            <a:ext cx="7000875" cy="2143125"/>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D8E1EB"/>
            </a:solidFill>
            <a:prstDash val="solid"/>
          </a:ln>
        </p:spPr>
      </p:sp>
      <p:sp>
        <p:nvSpPr>
          <p:cNvPr id="14" name="">
            <a:extLst xmlns:a="http://schemas.openxmlformats.org/drawingml/2006/main">
              <a:ext uri="{FF2B5EF4-FFF2-40B4-BE49-F238E27FC236}">
                <a16:creationId xmlns:a16="http://schemas.microsoft.com/office/drawing/2014/main" id="{766025BB-B8A1-4680-828F-F7DBA1BEA1BE}"/>
              </a:ext>
            </a:extLst>
          </p:cNvPr>
          <p:cNvSpPr>
            <a:spLocks xmlns:a="http://schemas.openxmlformats.org/drawingml/2006/main" noGrp="1"/>
          </p:cNvSpPr>
          <p:nvPr/>
        </p:nvSpPr>
        <p:spPr>
          <a:xfrm xmlns:a="http://schemas.openxmlformats.org/drawingml/2006/main">
            <a:off x="1524000" y="5191125"/>
            <a:ext cx="114300" cy="2143125"/>
          </a:xfrm>
          <a:prstGeom xmlns:a="http://schemas.openxmlformats.org/drawingml/2006/main" prst="rect">
            <a:avLst/>
          </a:prstGeom>
          <a:solidFill xmlns:a="http://schemas.openxmlformats.org/drawingml/2006/main">
            <a:srgbClr val="55A630"/>
          </a:solidFill>
          <a:ln xmlns:a="http://schemas.openxmlformats.org/drawingml/2006/main" w="14288">
            <a:solidFill>
              <a:srgbClr val="55A630"/>
            </a:solidFill>
            <a:prstDash val="solid"/>
          </a:ln>
        </p:spPr>
      </p:sp>
      <p:sp>
        <p:nvSpPr>
          <p:cNvPr id="15" name="">
            <a:extLst xmlns:a="http://schemas.openxmlformats.org/drawingml/2006/main">
              <a:ext uri="{FF2B5EF4-FFF2-40B4-BE49-F238E27FC236}">
                <a16:creationId xmlns:a16="http://schemas.microsoft.com/office/drawing/2014/main" id="{FEA925B4-7F9F-4F67-852B-30245F5AB2E3}"/>
              </a:ext>
            </a:extLst>
          </p:cNvPr>
          <p:cNvSpPr>
            <a:spLocks xmlns:a="http://schemas.openxmlformats.org/drawingml/2006/main" noGrp="1"/>
          </p:cNvSpPr>
          <p:nvPr/>
        </p:nvSpPr>
        <p:spPr>
          <a:xfrm xmlns:a="http://schemas.openxmlformats.org/drawingml/2006/main">
            <a:off x="1809750" y="5400675"/>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Riesgos de control</a:t>
            </a:r>
          </a:p>
        </p:txBody>
      </p:sp>
      <p:sp>
        <p:nvSpPr>
          <p:cNvPr id="16" name="">
            <a:extLst xmlns:a="http://schemas.openxmlformats.org/drawingml/2006/main">
              <a:ext uri="{FF2B5EF4-FFF2-40B4-BE49-F238E27FC236}">
                <a16:creationId xmlns:a16="http://schemas.microsoft.com/office/drawing/2014/main" id="{468F87BD-41CA-4500-AF5F-3EE8536E7C93}"/>
              </a:ext>
            </a:extLst>
          </p:cNvPr>
          <p:cNvSpPr>
            <a:spLocks xmlns:a="http://schemas.openxmlformats.org/drawingml/2006/main" noGrp="1"/>
          </p:cNvSpPr>
          <p:nvPr/>
        </p:nvSpPr>
        <p:spPr>
          <a:xfrm xmlns:a="http://schemas.openxmlformats.org/drawingml/2006/main">
            <a:off x="1809750" y="5991225"/>
            <a:ext cx="6448425"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a:solidFill>
                  <a:srgbClr val="17243A"/>
                </a:solidFill>
                <a:latin typeface="Calibri"/>
                <a:ea typeface="Calibri"/>
                <a:cs typeface="Calibri"/>
              </a:defRPr>
            </a:defPPr>
          </a:lstStyle>
          <a:p xmlns:a="http://schemas.openxmlformats.org/drawingml/2006/main">
            <a:pPr algn="l">
              <a:lnSpc>
                <a:spcPct val="108000"/>
              </a:lnSpc>
              <a:buNone/>
              <a:defRPr sz="2175">
                <a:solidFill>
                  <a:srgbClr val="17243A"/>
                </a:solidFill>
                <a:latin typeface="Calibri"/>
                <a:ea typeface="Calibri"/>
                <a:cs typeface="Calibri"/>
              </a:defRPr>
            </a:pPr>
            <a:r>
              <a:rPr sz="2175">
                <a:solidFill>
                  <a:srgbClr val="17243A"/>
                </a:solidFill>
                <a:latin typeface="Calibri"/>
                <a:ea typeface="Calibri"/>
                <a:cs typeface="Calibri"/>
              </a:rPr>
              <a:t>La revisión manual no enlaza de forma inmediata persona, motocicleta y autorización.</a:t>
            </a:r>
          </a:p>
        </p:txBody>
      </p:sp>
      <p:sp>
        <p:nvSpPr>
          <p:cNvPr id="17" name="">
            <a:extLst xmlns:a="http://schemas.openxmlformats.org/drawingml/2006/main">
              <a:ext uri="{FF2B5EF4-FFF2-40B4-BE49-F238E27FC236}">
                <a16:creationId xmlns:a16="http://schemas.microsoft.com/office/drawing/2014/main" id="{2578D166-2338-4218-9352-8467988E0F28}"/>
              </a:ext>
            </a:extLst>
          </p:cNvPr>
          <p:cNvSpPr>
            <a:spLocks xmlns:a="http://schemas.openxmlformats.org/drawingml/2006/main" noGrp="1"/>
          </p:cNvSpPr>
          <p:nvPr/>
        </p:nvSpPr>
        <p:spPr>
          <a:xfrm xmlns:a="http://schemas.openxmlformats.org/drawingml/2006/main">
            <a:off x="9334500" y="5191125"/>
            <a:ext cx="7000875" cy="2143125"/>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D8E1EB"/>
            </a:solidFill>
            <a:prstDash val="solid"/>
          </a:ln>
        </p:spPr>
      </p:sp>
      <p:sp>
        <p:nvSpPr>
          <p:cNvPr id="18" name="">
            <a:extLst xmlns:a="http://schemas.openxmlformats.org/drawingml/2006/main">
              <a:ext uri="{FF2B5EF4-FFF2-40B4-BE49-F238E27FC236}">
                <a16:creationId xmlns:a16="http://schemas.microsoft.com/office/drawing/2014/main" id="{A70A8D53-164A-49EF-951F-5244EB38AA8F}"/>
              </a:ext>
            </a:extLst>
          </p:cNvPr>
          <p:cNvSpPr>
            <a:spLocks xmlns:a="http://schemas.openxmlformats.org/drawingml/2006/main" noGrp="1"/>
          </p:cNvSpPr>
          <p:nvPr/>
        </p:nvSpPr>
        <p:spPr>
          <a:xfrm xmlns:a="http://schemas.openxmlformats.org/drawingml/2006/main">
            <a:off x="9334500" y="5191125"/>
            <a:ext cx="114300" cy="2143125"/>
          </a:xfrm>
          <a:prstGeom xmlns:a="http://schemas.openxmlformats.org/drawingml/2006/main" prst="rect">
            <a:avLst/>
          </a:prstGeom>
          <a:solidFill xmlns:a="http://schemas.openxmlformats.org/drawingml/2006/main">
            <a:srgbClr val="0876B9"/>
          </a:solidFill>
          <a:ln xmlns:a="http://schemas.openxmlformats.org/drawingml/2006/main" w="14288">
            <a:solidFill>
              <a:srgbClr val="0876B9"/>
            </a:solidFill>
            <a:prstDash val="solid"/>
          </a:ln>
        </p:spPr>
      </p:sp>
      <p:sp>
        <p:nvSpPr>
          <p:cNvPr id="19" name="">
            <a:extLst xmlns:a="http://schemas.openxmlformats.org/drawingml/2006/main">
              <a:ext uri="{FF2B5EF4-FFF2-40B4-BE49-F238E27FC236}">
                <a16:creationId xmlns:a16="http://schemas.microsoft.com/office/drawing/2014/main" id="{CE2C2C89-374E-4511-A7E7-864C38ACB6B5}"/>
              </a:ext>
            </a:extLst>
          </p:cNvPr>
          <p:cNvSpPr>
            <a:spLocks xmlns:a="http://schemas.openxmlformats.org/drawingml/2006/main" noGrp="1"/>
          </p:cNvSpPr>
          <p:nvPr/>
        </p:nvSpPr>
        <p:spPr>
          <a:xfrm xmlns:a="http://schemas.openxmlformats.org/drawingml/2006/main">
            <a:off x="9620250" y="5400675"/>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Dato por confirmar</a:t>
            </a:r>
          </a:p>
        </p:txBody>
      </p:sp>
      <p:sp>
        <p:nvSpPr>
          <p:cNvPr id="20" name="">
            <a:extLst xmlns:a="http://schemas.openxmlformats.org/drawingml/2006/main">
              <a:ext uri="{FF2B5EF4-FFF2-40B4-BE49-F238E27FC236}">
                <a16:creationId xmlns:a16="http://schemas.microsoft.com/office/drawing/2014/main" id="{C9C3DCBF-1004-4788-8B58-ADD22F381EEF}"/>
              </a:ext>
            </a:extLst>
          </p:cNvPr>
          <p:cNvSpPr>
            <a:spLocks xmlns:a="http://schemas.openxmlformats.org/drawingml/2006/main" noGrp="1"/>
          </p:cNvSpPr>
          <p:nvPr/>
        </p:nvSpPr>
        <p:spPr>
          <a:xfrm xmlns:a="http://schemas.openxmlformats.org/drawingml/2006/main">
            <a:off x="9620250" y="5991225"/>
            <a:ext cx="6448425"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a:solidFill>
                  <a:srgbClr val="17243A"/>
                </a:solidFill>
                <a:latin typeface="Calibri"/>
                <a:ea typeface="Calibri"/>
                <a:cs typeface="Calibri"/>
              </a:defRPr>
            </a:defPPr>
          </a:lstStyle>
          <a:p xmlns:a="http://schemas.openxmlformats.org/drawingml/2006/main">
            <a:pPr algn="l">
              <a:lnSpc>
                <a:spcPct val="108000"/>
              </a:lnSpc>
              <a:buNone/>
              <a:defRPr sz="2175">
                <a:solidFill>
                  <a:srgbClr val="17243A"/>
                </a:solidFill>
                <a:latin typeface="Calibri"/>
                <a:ea typeface="Calibri"/>
                <a:cs typeface="Calibri"/>
              </a:defRPr>
            </a:pPr>
            <a:r>
              <a:rPr sz="2175">
                <a:solidFill>
                  <a:srgbClr val="17243A"/>
                </a:solidFill>
                <a:latin typeface="Calibri"/>
                <a:ea typeface="Calibri"/>
                <a:cs typeface="Calibri"/>
              </a:rPr>
              <a:t>El anteproyecto reporta 70% de uso de motocicleta; falta validar fuente, población y fecha.</a:t>
            </a:r>
          </a:p>
        </p:txBody>
      </p:sp>
    </p:spTree>
    <p:extLst>
      <p:ext uri="{BB962C8B-B14F-4D97-AF65-F5344CB8AC3E}">
        <p14:creationId xmlns:p14="http://schemas.microsoft.com/office/powerpoint/2010/main" val="147201374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50E7FCB-E294-40C5-AC2C-021058B09FC8}"/>
              </a:ext>
            </a:extLst>
          </p:cNvPr>
          <p:cNvPicPr>
            <a:picLocks xmlns:a="http://schemas.openxmlformats.org/drawingml/2006/main" noChangeAspect="1"/>
          </p:cNvPicPr>
          <p:nvPr/>
        </p:nvPicPr>
        <p:blipFill>
          <a:blip xmlns:r="http://schemas.openxmlformats.org/officeDocument/2006/relationships" xmlns:a="http://schemas.openxmlformats.org/drawingml/2006/main" r:embed="R30744012ab184c38"/>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33B8EE4-B686-4A6A-A07D-CF4FB74205E7}"/>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2. LÍNEA DE INVESTIGACIÓN</a:t>
            </a:r>
          </a:p>
        </p:txBody>
      </p:sp>
      <p:sp>
        <p:nvSpPr>
          <p:cNvPr id="3" name="">
            <a:extLst xmlns:a="http://schemas.openxmlformats.org/drawingml/2006/main">
              <a:ext uri="{FF2B5EF4-FFF2-40B4-BE49-F238E27FC236}">
                <a16:creationId xmlns:a16="http://schemas.microsoft.com/office/drawing/2014/main" id="{60308845-9CFD-4C68-A5B0-CDF368716C07}"/>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Transformación digital y sistemas inteligentes</a:t>
            </a:r>
          </a:p>
        </p:txBody>
      </p:sp>
      <p:sp>
        <p:nvSpPr>
          <p:cNvPr id="4" name="">
            <a:extLst xmlns:a="http://schemas.openxmlformats.org/drawingml/2006/main">
              <a:ext uri="{FF2B5EF4-FFF2-40B4-BE49-F238E27FC236}">
                <a16:creationId xmlns:a16="http://schemas.microsoft.com/office/drawing/2014/main" id="{3FACD620-4924-43BA-919B-226BF02F4CA3}"/>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406967B8-B928-4292-99FD-EED4EE20BB46}"/>
              </a:ext>
            </a:extLst>
          </p:cNvPr>
          <p:cNvSpPr>
            <a:spLocks xmlns:a="http://schemas.openxmlformats.org/drawingml/2006/main" noGrp="1"/>
          </p:cNvSpPr>
          <p:nvPr/>
        </p:nvSpPr>
        <p:spPr>
          <a:xfrm xmlns:a="http://schemas.openxmlformats.org/drawingml/2006/main">
            <a:off x="2333625" y="3143250"/>
            <a:ext cx="4095750" cy="2809875"/>
          </a:xfrm>
          <a:prstGeom xmlns:a="http://schemas.openxmlformats.org/drawingml/2006/main" prst="roundRect">
            <a:avLst>
              <a:gd name="adj" fmla="val 6102"/>
            </a:avLst>
          </a:prstGeom>
          <a:solidFill xmlns:a="http://schemas.openxmlformats.org/drawingml/2006/main">
            <a:srgbClr val="FFFFFF"/>
          </a:solidFill>
          <a:ln xmlns:a="http://schemas.openxmlformats.org/drawingml/2006/main" w="14288">
            <a:solidFill>
              <a:srgbClr val="D8E1EB"/>
            </a:solidFill>
            <a:prstDash val="solid"/>
          </a:ln>
        </p:spPr>
      </p:sp>
      <p:sp>
        <p:nvSpPr>
          <p:cNvPr id="6" name="">
            <a:extLst xmlns:a="http://schemas.openxmlformats.org/drawingml/2006/main">
              <a:ext uri="{FF2B5EF4-FFF2-40B4-BE49-F238E27FC236}">
                <a16:creationId xmlns:a16="http://schemas.microsoft.com/office/drawing/2014/main" id="{ECA91C65-04B6-4239-80E0-791ADBE9BCAF}"/>
              </a:ext>
            </a:extLst>
          </p:cNvPr>
          <p:cNvSpPr>
            <a:spLocks xmlns:a="http://schemas.openxmlformats.org/drawingml/2006/main" noGrp="1"/>
          </p:cNvSpPr>
          <p:nvPr/>
        </p:nvSpPr>
        <p:spPr>
          <a:xfrm xmlns:a="http://schemas.openxmlformats.org/drawingml/2006/main">
            <a:off x="2333625" y="3143250"/>
            <a:ext cx="114300" cy="2809875"/>
          </a:xfrm>
          <a:prstGeom xmlns:a="http://schemas.openxmlformats.org/drawingml/2006/main" prst="rect">
            <a:avLst/>
          </a:prstGeom>
          <a:solidFill xmlns:a="http://schemas.openxmlformats.org/drawingml/2006/main">
            <a:srgbClr val="0876B9"/>
          </a:solidFill>
          <a:ln xmlns:a="http://schemas.openxmlformats.org/drawingml/2006/main" w="14288">
            <a:solidFill>
              <a:srgbClr val="0876B9"/>
            </a:solidFill>
            <a:prstDash val="solid"/>
          </a:ln>
        </p:spPr>
      </p:sp>
      <p:sp>
        <p:nvSpPr>
          <p:cNvPr id="7" name="">
            <a:extLst xmlns:a="http://schemas.openxmlformats.org/drawingml/2006/main">
              <a:ext uri="{FF2B5EF4-FFF2-40B4-BE49-F238E27FC236}">
                <a16:creationId xmlns:a16="http://schemas.microsoft.com/office/drawing/2014/main" id="{2270465C-A9FE-4C90-9967-E7984E76E9F5}"/>
              </a:ext>
            </a:extLst>
          </p:cNvPr>
          <p:cNvSpPr>
            <a:spLocks xmlns:a="http://schemas.openxmlformats.org/drawingml/2006/main" noGrp="1"/>
          </p:cNvSpPr>
          <p:nvPr/>
        </p:nvSpPr>
        <p:spPr>
          <a:xfrm xmlns:a="http://schemas.openxmlformats.org/drawingml/2006/main">
            <a:off x="2619375" y="3352800"/>
            <a:ext cx="3571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122A51"/>
                </a:solidFill>
                <a:latin typeface="Calibri"/>
                <a:ea typeface="Calibri"/>
                <a:cs typeface="Calibri"/>
              </a:defRPr>
            </a:defPPr>
          </a:lstStyle>
          <a:p xmlns:a="http://schemas.openxmlformats.org/drawingml/2006/main">
            <a:pPr algn="l">
              <a:lnSpc>
                <a:spcPct val="105000"/>
              </a:lnSpc>
              <a:buNone/>
              <a:defRPr sz="2325" b="1">
                <a:solidFill>
                  <a:srgbClr val="122A51"/>
                </a:solidFill>
                <a:latin typeface="Calibri"/>
                <a:ea typeface="Calibri"/>
                <a:cs typeface="Calibri"/>
              </a:defRPr>
            </a:pPr>
            <a:r>
              <a:rPr sz="2325" b="1">
                <a:solidFill>
                  <a:srgbClr val="122A51"/>
                </a:solidFill>
                <a:latin typeface="Calibri"/>
                <a:ea typeface="Calibri"/>
                <a:cs typeface="Calibri"/>
              </a:rPr>
              <a:t>Línea</a:t>
            </a:r>
          </a:p>
        </p:txBody>
      </p:sp>
      <p:sp>
        <p:nvSpPr>
          <p:cNvPr id="8" name="">
            <a:extLst xmlns:a="http://schemas.openxmlformats.org/drawingml/2006/main">
              <a:ext uri="{FF2B5EF4-FFF2-40B4-BE49-F238E27FC236}">
                <a16:creationId xmlns:a16="http://schemas.microsoft.com/office/drawing/2014/main" id="{1910D238-AEA2-4D4C-9F62-7632582ED526}"/>
              </a:ext>
            </a:extLst>
          </p:cNvPr>
          <p:cNvSpPr>
            <a:spLocks xmlns:a="http://schemas.openxmlformats.org/drawingml/2006/main" noGrp="1"/>
          </p:cNvSpPr>
          <p:nvPr/>
        </p:nvSpPr>
        <p:spPr>
          <a:xfrm xmlns:a="http://schemas.openxmlformats.org/drawingml/2006/main">
            <a:off x="2619375" y="4286250"/>
            <a:ext cx="3543300" cy="1457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a:solidFill>
                  <a:srgbClr val="17243A"/>
                </a:solidFill>
                <a:latin typeface="Calibri"/>
                <a:ea typeface="Calibri"/>
                <a:cs typeface="Calibri"/>
              </a:defRPr>
            </a:defPPr>
          </a:lstStyle>
          <a:p xmlns:a="http://schemas.openxmlformats.org/drawingml/2006/main">
            <a:pPr algn="l">
              <a:lnSpc>
                <a:spcPct val="108000"/>
              </a:lnSpc>
              <a:buNone/>
              <a:defRPr sz="2325">
                <a:solidFill>
                  <a:srgbClr val="17243A"/>
                </a:solidFill>
                <a:latin typeface="Calibri"/>
                <a:ea typeface="Calibri"/>
                <a:cs typeface="Calibri"/>
              </a:defRPr>
            </a:pPr>
            <a:r>
              <a:rPr sz="2325">
                <a:solidFill>
                  <a:srgbClr val="17243A"/>
                </a:solidFill>
                <a:latin typeface="Calibri"/>
                <a:ea typeface="Calibri"/>
                <a:cs typeface="Calibri"/>
              </a:rPr>
              <a:t>Transformación digital</a:t>
            </a:r>
          </a:p>
        </p:txBody>
      </p:sp>
      <p:sp>
        <p:nvSpPr>
          <p:cNvPr id="9" name="">
            <a:extLst xmlns:a="http://schemas.openxmlformats.org/drawingml/2006/main">
              <a:ext uri="{FF2B5EF4-FFF2-40B4-BE49-F238E27FC236}">
                <a16:creationId xmlns:a16="http://schemas.microsoft.com/office/drawing/2014/main" id="{EF876D4E-EE50-4D9A-BE4B-75C3827634A7}"/>
              </a:ext>
            </a:extLst>
          </p:cNvPr>
          <p:cNvSpPr>
            <a:spLocks xmlns:a="http://schemas.openxmlformats.org/drawingml/2006/main" noGrp="1"/>
          </p:cNvSpPr>
          <p:nvPr/>
        </p:nvSpPr>
        <p:spPr>
          <a:xfrm xmlns:a="http://schemas.openxmlformats.org/drawingml/2006/main">
            <a:off x="7096125" y="3143250"/>
            <a:ext cx="4095750" cy="2809875"/>
          </a:xfrm>
          <a:prstGeom xmlns:a="http://schemas.openxmlformats.org/drawingml/2006/main" prst="roundRect">
            <a:avLst>
              <a:gd name="adj" fmla="val 6102"/>
            </a:avLst>
          </a:prstGeom>
          <a:solidFill xmlns:a="http://schemas.openxmlformats.org/drawingml/2006/main">
            <a:srgbClr val="FFFFFF"/>
          </a:solidFill>
          <a:ln xmlns:a="http://schemas.openxmlformats.org/drawingml/2006/main" w="14288">
            <a:solidFill>
              <a:srgbClr val="D8E1EB"/>
            </a:solidFill>
            <a:prstDash val="solid"/>
          </a:ln>
        </p:spPr>
      </p:sp>
      <p:sp>
        <p:nvSpPr>
          <p:cNvPr id="10" name="">
            <a:extLst xmlns:a="http://schemas.openxmlformats.org/drawingml/2006/main">
              <a:ext uri="{FF2B5EF4-FFF2-40B4-BE49-F238E27FC236}">
                <a16:creationId xmlns:a16="http://schemas.microsoft.com/office/drawing/2014/main" id="{7541DE69-AC68-4263-9778-09A10FCF21C8}"/>
              </a:ext>
            </a:extLst>
          </p:cNvPr>
          <p:cNvSpPr>
            <a:spLocks xmlns:a="http://schemas.openxmlformats.org/drawingml/2006/main" noGrp="1"/>
          </p:cNvSpPr>
          <p:nvPr/>
        </p:nvSpPr>
        <p:spPr>
          <a:xfrm xmlns:a="http://schemas.openxmlformats.org/drawingml/2006/main">
            <a:off x="7096125" y="3143250"/>
            <a:ext cx="114300" cy="2809875"/>
          </a:xfrm>
          <a:prstGeom xmlns:a="http://schemas.openxmlformats.org/drawingml/2006/main" prst="rect">
            <a:avLst/>
          </a:prstGeom>
          <a:solidFill xmlns:a="http://schemas.openxmlformats.org/drawingml/2006/main">
            <a:srgbClr val="F28C28"/>
          </a:solidFill>
          <a:ln xmlns:a="http://schemas.openxmlformats.org/drawingml/2006/main" w="14288">
            <a:solidFill>
              <a:srgbClr val="F28C28"/>
            </a:solidFill>
            <a:prstDash val="solid"/>
          </a:ln>
        </p:spPr>
      </p:sp>
      <p:sp>
        <p:nvSpPr>
          <p:cNvPr id="11" name="">
            <a:extLst xmlns:a="http://schemas.openxmlformats.org/drawingml/2006/main">
              <a:ext uri="{FF2B5EF4-FFF2-40B4-BE49-F238E27FC236}">
                <a16:creationId xmlns:a16="http://schemas.microsoft.com/office/drawing/2014/main" id="{B0C5DE89-34F8-4AE2-9F37-121BC15FD694}"/>
              </a:ext>
            </a:extLst>
          </p:cNvPr>
          <p:cNvSpPr>
            <a:spLocks xmlns:a="http://schemas.openxmlformats.org/drawingml/2006/main" noGrp="1"/>
          </p:cNvSpPr>
          <p:nvPr/>
        </p:nvSpPr>
        <p:spPr>
          <a:xfrm xmlns:a="http://schemas.openxmlformats.org/drawingml/2006/main">
            <a:off x="7381875" y="3352800"/>
            <a:ext cx="3571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122A51"/>
                </a:solidFill>
                <a:latin typeface="Calibri"/>
                <a:ea typeface="Calibri"/>
                <a:cs typeface="Calibri"/>
              </a:defRPr>
            </a:defPPr>
          </a:lstStyle>
          <a:p xmlns:a="http://schemas.openxmlformats.org/drawingml/2006/main">
            <a:pPr algn="l">
              <a:lnSpc>
                <a:spcPct val="105000"/>
              </a:lnSpc>
              <a:buNone/>
              <a:defRPr sz="2325" b="1">
                <a:solidFill>
                  <a:srgbClr val="122A51"/>
                </a:solidFill>
                <a:latin typeface="Calibri"/>
                <a:ea typeface="Calibri"/>
                <a:cs typeface="Calibri"/>
              </a:defRPr>
            </a:pPr>
            <a:r>
              <a:rPr sz="2325" b="1">
                <a:solidFill>
                  <a:srgbClr val="122A51"/>
                </a:solidFill>
                <a:latin typeface="Calibri"/>
                <a:ea typeface="Calibri"/>
                <a:cs typeface="Calibri"/>
              </a:rPr>
              <a:t>Sublínea</a:t>
            </a:r>
          </a:p>
        </p:txBody>
      </p:sp>
      <p:sp>
        <p:nvSpPr>
          <p:cNvPr id="12" name="">
            <a:extLst xmlns:a="http://schemas.openxmlformats.org/drawingml/2006/main">
              <a:ext uri="{FF2B5EF4-FFF2-40B4-BE49-F238E27FC236}">
                <a16:creationId xmlns:a16="http://schemas.microsoft.com/office/drawing/2014/main" id="{9D4AC9B1-8E4C-4599-9A9F-230750352B00}"/>
              </a:ext>
            </a:extLst>
          </p:cNvPr>
          <p:cNvSpPr>
            <a:spLocks xmlns:a="http://schemas.openxmlformats.org/drawingml/2006/main" noGrp="1"/>
          </p:cNvSpPr>
          <p:nvPr/>
        </p:nvSpPr>
        <p:spPr>
          <a:xfrm xmlns:a="http://schemas.openxmlformats.org/drawingml/2006/main">
            <a:off x="7381875" y="4286250"/>
            <a:ext cx="3543300" cy="1457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a:solidFill>
                  <a:srgbClr val="17243A"/>
                </a:solidFill>
                <a:latin typeface="Calibri"/>
                <a:ea typeface="Calibri"/>
                <a:cs typeface="Calibri"/>
              </a:defRPr>
            </a:defPPr>
          </a:lstStyle>
          <a:p xmlns:a="http://schemas.openxmlformats.org/drawingml/2006/main">
            <a:pPr algn="l">
              <a:lnSpc>
                <a:spcPct val="108000"/>
              </a:lnSpc>
              <a:buNone/>
              <a:defRPr sz="2325">
                <a:solidFill>
                  <a:srgbClr val="17243A"/>
                </a:solidFill>
                <a:latin typeface="Calibri"/>
                <a:ea typeface="Calibri"/>
                <a:cs typeface="Calibri"/>
              </a:defRPr>
            </a:pPr>
            <a:r>
              <a:rPr sz="2325">
                <a:solidFill>
                  <a:srgbClr val="17243A"/>
                </a:solidFill>
                <a:latin typeface="Calibri"/>
                <a:ea typeface="Calibri"/>
                <a:cs typeface="Calibri"/>
              </a:rPr>
              <a:t>Sistemas inteligentes</a:t>
            </a:r>
          </a:p>
        </p:txBody>
      </p:sp>
      <p:sp>
        <p:nvSpPr>
          <p:cNvPr id="13" name="">
            <a:extLst xmlns:a="http://schemas.openxmlformats.org/drawingml/2006/main">
              <a:ext uri="{FF2B5EF4-FFF2-40B4-BE49-F238E27FC236}">
                <a16:creationId xmlns:a16="http://schemas.microsoft.com/office/drawing/2014/main" id="{DE079AE5-CF63-4443-A023-F50802823B89}"/>
              </a:ext>
            </a:extLst>
          </p:cNvPr>
          <p:cNvSpPr>
            <a:spLocks xmlns:a="http://schemas.openxmlformats.org/drawingml/2006/main" noGrp="1"/>
          </p:cNvSpPr>
          <p:nvPr/>
        </p:nvSpPr>
        <p:spPr>
          <a:xfrm xmlns:a="http://schemas.openxmlformats.org/drawingml/2006/main">
            <a:off x="11858625" y="3143250"/>
            <a:ext cx="4095750" cy="2809875"/>
          </a:xfrm>
          <a:prstGeom xmlns:a="http://schemas.openxmlformats.org/drawingml/2006/main" prst="roundRect">
            <a:avLst>
              <a:gd name="adj" fmla="val 6102"/>
            </a:avLst>
          </a:prstGeom>
          <a:solidFill xmlns:a="http://schemas.openxmlformats.org/drawingml/2006/main">
            <a:srgbClr val="FFFFFF"/>
          </a:solidFill>
          <a:ln xmlns:a="http://schemas.openxmlformats.org/drawingml/2006/main" w="14288">
            <a:solidFill>
              <a:srgbClr val="D8E1EB"/>
            </a:solidFill>
            <a:prstDash val="solid"/>
          </a:ln>
        </p:spPr>
      </p:sp>
      <p:sp>
        <p:nvSpPr>
          <p:cNvPr id="14" name="">
            <a:extLst xmlns:a="http://schemas.openxmlformats.org/drawingml/2006/main">
              <a:ext uri="{FF2B5EF4-FFF2-40B4-BE49-F238E27FC236}">
                <a16:creationId xmlns:a16="http://schemas.microsoft.com/office/drawing/2014/main" id="{1538C6B1-C955-4BDA-819E-D21D23B29D9E}"/>
              </a:ext>
            </a:extLst>
          </p:cNvPr>
          <p:cNvSpPr>
            <a:spLocks xmlns:a="http://schemas.openxmlformats.org/drawingml/2006/main" noGrp="1"/>
          </p:cNvSpPr>
          <p:nvPr/>
        </p:nvSpPr>
        <p:spPr>
          <a:xfrm xmlns:a="http://schemas.openxmlformats.org/drawingml/2006/main">
            <a:off x="11858625" y="3143250"/>
            <a:ext cx="114300" cy="2809875"/>
          </a:xfrm>
          <a:prstGeom xmlns:a="http://schemas.openxmlformats.org/drawingml/2006/main" prst="rect">
            <a:avLst/>
          </a:prstGeom>
          <a:solidFill xmlns:a="http://schemas.openxmlformats.org/drawingml/2006/main">
            <a:srgbClr val="55A630"/>
          </a:solidFill>
          <a:ln xmlns:a="http://schemas.openxmlformats.org/drawingml/2006/main" w="14288">
            <a:solidFill>
              <a:srgbClr val="55A630"/>
            </a:solidFill>
            <a:prstDash val="solid"/>
          </a:ln>
        </p:spPr>
      </p:sp>
      <p:sp>
        <p:nvSpPr>
          <p:cNvPr id="15" name="">
            <a:extLst xmlns:a="http://schemas.openxmlformats.org/drawingml/2006/main">
              <a:ext uri="{FF2B5EF4-FFF2-40B4-BE49-F238E27FC236}">
                <a16:creationId xmlns:a16="http://schemas.microsoft.com/office/drawing/2014/main" id="{FAEC08B0-870C-4C52-A9C3-0F3C619B7BAC}"/>
              </a:ext>
            </a:extLst>
          </p:cNvPr>
          <p:cNvSpPr>
            <a:spLocks xmlns:a="http://schemas.openxmlformats.org/drawingml/2006/main" noGrp="1"/>
          </p:cNvSpPr>
          <p:nvPr/>
        </p:nvSpPr>
        <p:spPr>
          <a:xfrm xmlns:a="http://schemas.openxmlformats.org/drawingml/2006/main">
            <a:off x="12144375" y="3352800"/>
            <a:ext cx="3571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122A51"/>
                </a:solidFill>
                <a:latin typeface="Calibri"/>
                <a:ea typeface="Calibri"/>
                <a:cs typeface="Calibri"/>
              </a:defRPr>
            </a:defPPr>
          </a:lstStyle>
          <a:p xmlns:a="http://schemas.openxmlformats.org/drawingml/2006/main">
            <a:pPr algn="l">
              <a:lnSpc>
                <a:spcPct val="105000"/>
              </a:lnSpc>
              <a:buNone/>
              <a:defRPr sz="2325" b="1">
                <a:solidFill>
                  <a:srgbClr val="122A51"/>
                </a:solidFill>
                <a:latin typeface="Calibri"/>
                <a:ea typeface="Calibri"/>
                <a:cs typeface="Calibri"/>
              </a:defRPr>
            </a:pPr>
            <a:r>
              <a:rPr sz="2325" b="1">
                <a:solidFill>
                  <a:srgbClr val="122A51"/>
                </a:solidFill>
                <a:latin typeface="Calibri"/>
                <a:ea typeface="Calibri"/>
                <a:cs typeface="Calibri"/>
              </a:rPr>
              <a:t>Grupo</a:t>
            </a:r>
          </a:p>
        </p:txBody>
      </p:sp>
      <p:sp>
        <p:nvSpPr>
          <p:cNvPr id="16" name="">
            <a:extLst xmlns:a="http://schemas.openxmlformats.org/drawingml/2006/main">
              <a:ext uri="{FF2B5EF4-FFF2-40B4-BE49-F238E27FC236}">
                <a16:creationId xmlns:a16="http://schemas.microsoft.com/office/drawing/2014/main" id="{2D3CE6F9-FA5A-41AD-8774-EEB43EB774E7}"/>
              </a:ext>
            </a:extLst>
          </p:cNvPr>
          <p:cNvSpPr>
            <a:spLocks xmlns:a="http://schemas.openxmlformats.org/drawingml/2006/main" noGrp="1"/>
          </p:cNvSpPr>
          <p:nvPr/>
        </p:nvSpPr>
        <p:spPr>
          <a:xfrm xmlns:a="http://schemas.openxmlformats.org/drawingml/2006/main">
            <a:off x="12144375" y="4286250"/>
            <a:ext cx="3543300" cy="1457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a:solidFill>
                  <a:srgbClr val="17243A"/>
                </a:solidFill>
                <a:latin typeface="Calibri"/>
                <a:ea typeface="Calibri"/>
                <a:cs typeface="Calibri"/>
              </a:defRPr>
            </a:defPPr>
          </a:lstStyle>
          <a:p xmlns:a="http://schemas.openxmlformats.org/drawingml/2006/main">
            <a:pPr algn="l">
              <a:lnSpc>
                <a:spcPct val="108000"/>
              </a:lnSpc>
              <a:buNone/>
              <a:defRPr sz="2100">
                <a:solidFill>
                  <a:srgbClr val="17243A"/>
                </a:solidFill>
                <a:latin typeface="Calibri"/>
                <a:ea typeface="Calibri"/>
                <a:cs typeface="Calibri"/>
              </a:defRPr>
            </a:pPr>
            <a:r>
              <a:rPr sz="2100">
                <a:solidFill>
                  <a:srgbClr val="17243A"/>
                </a:solidFill>
                <a:latin typeface="Calibri"/>
                <a:ea typeface="Calibri"/>
                <a:cs typeface="Calibri"/>
              </a:rPr>
              <a:t>No aplica, según el anteproyecto</a:t>
            </a:r>
          </a:p>
        </p:txBody>
      </p:sp>
    </p:spTree>
    <p:extLst>
      <p:ext uri="{BB962C8B-B14F-4D97-AF65-F5344CB8AC3E}">
        <p14:creationId xmlns:p14="http://schemas.microsoft.com/office/powerpoint/2010/main" val="5003761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422FDEB0-14A8-46C3-9068-40B65BD708E2}"/>
              </a:ext>
            </a:extLst>
          </p:cNvPr>
          <p:cNvPicPr>
            <a:picLocks xmlns:a="http://schemas.openxmlformats.org/drawingml/2006/main" noChangeAspect="1"/>
          </p:cNvPicPr>
          <p:nvPr/>
        </p:nvPicPr>
        <p:blipFill>
          <a:blip xmlns:r="http://schemas.openxmlformats.org/officeDocument/2006/relationships" xmlns:a="http://schemas.openxmlformats.org/drawingml/2006/main" r:embed="R9cf17239c24a4aac"/>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B93CBF1-F9E4-415E-92FA-34064591502D}"/>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3. PLANTEAMIENTO DEL PROBLEMA</a:t>
            </a:r>
          </a:p>
        </p:txBody>
      </p:sp>
      <p:sp>
        <p:nvSpPr>
          <p:cNvPr id="3" name="">
            <a:extLst xmlns:a="http://schemas.openxmlformats.org/drawingml/2006/main">
              <a:ext uri="{FF2B5EF4-FFF2-40B4-BE49-F238E27FC236}">
                <a16:creationId xmlns:a16="http://schemas.microsoft.com/office/drawing/2014/main" id="{724C2FAA-48F6-4FDA-97B4-FAD33835476B}"/>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Registro lento, manual y sin trazabilidad inmediata</a:t>
            </a:r>
          </a:p>
        </p:txBody>
      </p:sp>
      <p:sp>
        <p:nvSpPr>
          <p:cNvPr id="4" name="">
            <a:extLst xmlns:a="http://schemas.openxmlformats.org/drawingml/2006/main">
              <a:ext uri="{FF2B5EF4-FFF2-40B4-BE49-F238E27FC236}">
                <a16:creationId xmlns:a16="http://schemas.microsoft.com/office/drawing/2014/main" id="{1DE36974-CC49-4B17-8FC7-B2F03D844997}"/>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936983A4-2039-436E-9397-528BD6031FEA}"/>
              </a:ext>
            </a:extLst>
          </p:cNvPr>
          <p:cNvSpPr>
            <a:spLocks xmlns:a="http://schemas.openxmlformats.org/drawingml/2006/main" noGrp="1"/>
          </p:cNvSpPr>
          <p:nvPr/>
        </p:nvSpPr>
        <p:spPr>
          <a:xfrm xmlns:a="http://schemas.openxmlformats.org/drawingml/2006/main">
            <a:off x="1619250" y="2571750"/>
            <a:ext cx="7048500" cy="2143125"/>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D8E1EB"/>
            </a:solidFill>
            <a:prstDash val="solid"/>
          </a:ln>
        </p:spPr>
      </p:sp>
      <p:sp>
        <p:nvSpPr>
          <p:cNvPr id="6" name="">
            <a:extLst xmlns:a="http://schemas.openxmlformats.org/drawingml/2006/main">
              <a:ext uri="{FF2B5EF4-FFF2-40B4-BE49-F238E27FC236}">
                <a16:creationId xmlns:a16="http://schemas.microsoft.com/office/drawing/2014/main" id="{AFFB1338-D05B-45E6-9350-B9AC3A0E0436}"/>
              </a:ext>
            </a:extLst>
          </p:cNvPr>
          <p:cNvSpPr>
            <a:spLocks xmlns:a="http://schemas.openxmlformats.org/drawingml/2006/main" noGrp="1"/>
          </p:cNvSpPr>
          <p:nvPr/>
        </p:nvSpPr>
        <p:spPr>
          <a:xfrm xmlns:a="http://schemas.openxmlformats.org/drawingml/2006/main">
            <a:off x="1619250" y="2571750"/>
            <a:ext cx="114300" cy="2143125"/>
          </a:xfrm>
          <a:prstGeom xmlns:a="http://schemas.openxmlformats.org/drawingml/2006/main" prst="rect">
            <a:avLst/>
          </a:prstGeom>
          <a:solidFill xmlns:a="http://schemas.openxmlformats.org/drawingml/2006/main">
            <a:srgbClr val="122A51"/>
          </a:solidFill>
          <a:ln xmlns:a="http://schemas.openxmlformats.org/drawingml/2006/main" w="14288">
            <a:solidFill>
              <a:srgbClr val="122A51"/>
            </a:solidFill>
            <a:prstDash val="solid"/>
          </a:ln>
        </p:spPr>
      </p:sp>
      <p:sp>
        <p:nvSpPr>
          <p:cNvPr id="7" name="">
            <a:extLst xmlns:a="http://schemas.openxmlformats.org/drawingml/2006/main">
              <a:ext uri="{FF2B5EF4-FFF2-40B4-BE49-F238E27FC236}">
                <a16:creationId xmlns:a16="http://schemas.microsoft.com/office/drawing/2014/main" id="{A26E7467-052A-4306-B43E-03BC4060F369}"/>
              </a:ext>
            </a:extLst>
          </p:cNvPr>
          <p:cNvSpPr>
            <a:spLocks xmlns:a="http://schemas.openxmlformats.org/drawingml/2006/main" noGrp="1"/>
          </p:cNvSpPr>
          <p:nvPr/>
        </p:nvSpPr>
        <p:spPr>
          <a:xfrm xmlns:a="http://schemas.openxmlformats.org/drawingml/2006/main">
            <a:off x="1905000" y="2781300"/>
            <a:ext cx="652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Dependencia de vigilancia</a:t>
            </a:r>
          </a:p>
        </p:txBody>
      </p:sp>
      <p:sp>
        <p:nvSpPr>
          <p:cNvPr id="8" name="">
            <a:extLst xmlns:a="http://schemas.openxmlformats.org/drawingml/2006/main">
              <a:ext uri="{FF2B5EF4-FFF2-40B4-BE49-F238E27FC236}">
                <a16:creationId xmlns:a16="http://schemas.microsoft.com/office/drawing/2014/main" id="{C7C54C99-812A-4FF9-8643-79A2AA0DC64D}"/>
              </a:ext>
            </a:extLst>
          </p:cNvPr>
          <p:cNvSpPr>
            <a:spLocks xmlns:a="http://schemas.openxmlformats.org/drawingml/2006/main" noGrp="1"/>
          </p:cNvSpPr>
          <p:nvPr/>
        </p:nvSpPr>
        <p:spPr>
          <a:xfrm xmlns:a="http://schemas.openxmlformats.org/drawingml/2006/main">
            <a:off x="1905000" y="3371850"/>
            <a:ext cx="649605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a:solidFill>
                  <a:srgbClr val="17243A"/>
                </a:solidFill>
                <a:latin typeface="Calibri"/>
                <a:ea typeface="Calibri"/>
                <a:cs typeface="Calibri"/>
              </a:defRPr>
            </a:defPPr>
          </a:lstStyle>
          <a:p xmlns:a="http://schemas.openxmlformats.org/drawingml/2006/main">
            <a:pPr algn="l">
              <a:lnSpc>
                <a:spcPct val="108000"/>
              </a:lnSpc>
              <a:buNone/>
              <a:defRPr sz="1950">
                <a:solidFill>
                  <a:srgbClr val="17243A"/>
                </a:solidFill>
                <a:latin typeface="Calibri"/>
                <a:ea typeface="Calibri"/>
                <a:cs typeface="Calibri"/>
              </a:defRPr>
            </a:pPr>
            <a:r>
              <a:rPr sz="1950">
                <a:solidFill>
                  <a:srgbClr val="17243A"/>
                </a:solidFill>
                <a:latin typeface="Calibri"/>
                <a:ea typeface="Calibri"/>
                <a:cs typeface="Calibri"/>
              </a:rPr>
              <a:t>La captura y validación dependen de lectura visual y digitación manual.</a:t>
            </a:r>
          </a:p>
        </p:txBody>
      </p:sp>
      <p:sp>
        <p:nvSpPr>
          <p:cNvPr id="9" name="">
            <a:extLst xmlns:a="http://schemas.openxmlformats.org/drawingml/2006/main">
              <a:ext uri="{FF2B5EF4-FFF2-40B4-BE49-F238E27FC236}">
                <a16:creationId xmlns:a16="http://schemas.microsoft.com/office/drawing/2014/main" id="{2CB80812-A105-4B37-8F35-991001B86624}"/>
              </a:ext>
            </a:extLst>
          </p:cNvPr>
          <p:cNvSpPr>
            <a:spLocks xmlns:a="http://schemas.openxmlformats.org/drawingml/2006/main" noGrp="1"/>
          </p:cNvSpPr>
          <p:nvPr/>
        </p:nvSpPr>
        <p:spPr>
          <a:xfrm xmlns:a="http://schemas.openxmlformats.org/drawingml/2006/main">
            <a:off x="9334500" y="2571750"/>
            <a:ext cx="7048500" cy="2143125"/>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D8E1EB"/>
            </a:solidFill>
            <a:prstDash val="solid"/>
          </a:ln>
        </p:spPr>
      </p:sp>
      <p:sp>
        <p:nvSpPr>
          <p:cNvPr id="10" name="">
            <a:extLst xmlns:a="http://schemas.openxmlformats.org/drawingml/2006/main">
              <a:ext uri="{FF2B5EF4-FFF2-40B4-BE49-F238E27FC236}">
                <a16:creationId xmlns:a16="http://schemas.microsoft.com/office/drawing/2014/main" id="{59267320-4F01-4C8F-8616-3D79A7862ADF}"/>
              </a:ext>
            </a:extLst>
          </p:cNvPr>
          <p:cNvSpPr>
            <a:spLocks xmlns:a="http://schemas.openxmlformats.org/drawingml/2006/main" noGrp="1"/>
          </p:cNvSpPr>
          <p:nvPr/>
        </p:nvSpPr>
        <p:spPr>
          <a:xfrm xmlns:a="http://schemas.openxmlformats.org/drawingml/2006/main">
            <a:off x="9334500" y="2571750"/>
            <a:ext cx="114300" cy="2143125"/>
          </a:xfrm>
          <a:prstGeom xmlns:a="http://schemas.openxmlformats.org/drawingml/2006/main" prst="rect">
            <a:avLst/>
          </a:prstGeom>
          <a:solidFill xmlns:a="http://schemas.openxmlformats.org/drawingml/2006/main">
            <a:srgbClr val="F28C28"/>
          </a:solidFill>
          <a:ln xmlns:a="http://schemas.openxmlformats.org/drawingml/2006/main" w="14288">
            <a:solidFill>
              <a:srgbClr val="F28C28"/>
            </a:solidFill>
            <a:prstDash val="solid"/>
          </a:ln>
        </p:spPr>
      </p:sp>
      <p:sp>
        <p:nvSpPr>
          <p:cNvPr id="11" name="">
            <a:extLst xmlns:a="http://schemas.openxmlformats.org/drawingml/2006/main">
              <a:ext uri="{FF2B5EF4-FFF2-40B4-BE49-F238E27FC236}">
                <a16:creationId xmlns:a16="http://schemas.microsoft.com/office/drawing/2014/main" id="{554A8124-2CBC-4A4D-A6DB-87984468926A}"/>
              </a:ext>
            </a:extLst>
          </p:cNvPr>
          <p:cNvSpPr>
            <a:spLocks xmlns:a="http://schemas.openxmlformats.org/drawingml/2006/main" noGrp="1"/>
          </p:cNvSpPr>
          <p:nvPr/>
        </p:nvSpPr>
        <p:spPr>
          <a:xfrm xmlns:a="http://schemas.openxmlformats.org/drawingml/2006/main">
            <a:off x="9620250" y="2781300"/>
            <a:ext cx="652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Congestión de entrada</a:t>
            </a:r>
          </a:p>
        </p:txBody>
      </p:sp>
      <p:sp>
        <p:nvSpPr>
          <p:cNvPr id="12" name="">
            <a:extLst xmlns:a="http://schemas.openxmlformats.org/drawingml/2006/main">
              <a:ext uri="{FF2B5EF4-FFF2-40B4-BE49-F238E27FC236}">
                <a16:creationId xmlns:a16="http://schemas.microsoft.com/office/drawing/2014/main" id="{3DC70CF8-A657-45F3-BA6A-0AD0A5C472BD}"/>
              </a:ext>
            </a:extLst>
          </p:cNvPr>
          <p:cNvSpPr>
            <a:spLocks xmlns:a="http://schemas.openxmlformats.org/drawingml/2006/main" noGrp="1"/>
          </p:cNvSpPr>
          <p:nvPr/>
        </p:nvSpPr>
        <p:spPr>
          <a:xfrm xmlns:a="http://schemas.openxmlformats.org/drawingml/2006/main">
            <a:off x="9620250" y="3371850"/>
            <a:ext cx="649605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a:solidFill>
                  <a:srgbClr val="17243A"/>
                </a:solidFill>
                <a:latin typeface="Calibri"/>
                <a:ea typeface="Calibri"/>
                <a:cs typeface="Calibri"/>
              </a:defRPr>
            </a:defPPr>
          </a:lstStyle>
          <a:p xmlns:a="http://schemas.openxmlformats.org/drawingml/2006/main">
            <a:pPr algn="l">
              <a:lnSpc>
                <a:spcPct val="108000"/>
              </a:lnSpc>
              <a:buNone/>
              <a:defRPr sz="1950">
                <a:solidFill>
                  <a:srgbClr val="17243A"/>
                </a:solidFill>
                <a:latin typeface="Calibri"/>
                <a:ea typeface="Calibri"/>
                <a:cs typeface="Calibri"/>
              </a:defRPr>
            </a:pPr>
            <a:r>
              <a:rPr sz="1950">
                <a:solidFill>
                  <a:srgbClr val="17243A"/>
                </a:solidFill>
                <a:latin typeface="Calibri"/>
                <a:ea typeface="Calibri"/>
                <a:cs typeface="Calibri"/>
              </a:rPr>
              <a:t>El flujo aumenta en horarios académicos de alta circulación.</a:t>
            </a:r>
          </a:p>
        </p:txBody>
      </p:sp>
      <p:sp>
        <p:nvSpPr>
          <p:cNvPr id="13" name="">
            <a:extLst xmlns:a="http://schemas.openxmlformats.org/drawingml/2006/main">
              <a:ext uri="{FF2B5EF4-FFF2-40B4-BE49-F238E27FC236}">
                <a16:creationId xmlns:a16="http://schemas.microsoft.com/office/drawing/2014/main" id="{5E1AE690-A50D-4D67-9408-D9B2B663A341}"/>
              </a:ext>
            </a:extLst>
          </p:cNvPr>
          <p:cNvSpPr>
            <a:spLocks xmlns:a="http://schemas.openxmlformats.org/drawingml/2006/main" noGrp="1"/>
          </p:cNvSpPr>
          <p:nvPr/>
        </p:nvSpPr>
        <p:spPr>
          <a:xfrm xmlns:a="http://schemas.openxmlformats.org/drawingml/2006/main">
            <a:off x="1619250" y="5238750"/>
            <a:ext cx="7048500" cy="2143125"/>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D8E1EB"/>
            </a:solidFill>
            <a:prstDash val="solid"/>
          </a:ln>
        </p:spPr>
      </p:sp>
      <p:sp>
        <p:nvSpPr>
          <p:cNvPr id="14" name="">
            <a:extLst xmlns:a="http://schemas.openxmlformats.org/drawingml/2006/main">
              <a:ext uri="{FF2B5EF4-FFF2-40B4-BE49-F238E27FC236}">
                <a16:creationId xmlns:a16="http://schemas.microsoft.com/office/drawing/2014/main" id="{FCCDD863-59C7-4665-B9A8-AF9FC9CA414D}"/>
              </a:ext>
            </a:extLst>
          </p:cNvPr>
          <p:cNvSpPr>
            <a:spLocks xmlns:a="http://schemas.openxmlformats.org/drawingml/2006/main" noGrp="1"/>
          </p:cNvSpPr>
          <p:nvPr/>
        </p:nvSpPr>
        <p:spPr>
          <a:xfrm xmlns:a="http://schemas.openxmlformats.org/drawingml/2006/main">
            <a:off x="1619250" y="5238750"/>
            <a:ext cx="114300" cy="2143125"/>
          </a:xfrm>
          <a:prstGeom xmlns:a="http://schemas.openxmlformats.org/drawingml/2006/main" prst="rect">
            <a:avLst/>
          </a:prstGeom>
          <a:solidFill xmlns:a="http://schemas.openxmlformats.org/drawingml/2006/main">
            <a:srgbClr val="55A630"/>
          </a:solidFill>
          <a:ln xmlns:a="http://schemas.openxmlformats.org/drawingml/2006/main" w="14288">
            <a:solidFill>
              <a:srgbClr val="55A630"/>
            </a:solidFill>
            <a:prstDash val="solid"/>
          </a:ln>
        </p:spPr>
      </p:sp>
      <p:sp>
        <p:nvSpPr>
          <p:cNvPr id="15" name="">
            <a:extLst xmlns:a="http://schemas.openxmlformats.org/drawingml/2006/main">
              <a:ext uri="{FF2B5EF4-FFF2-40B4-BE49-F238E27FC236}">
                <a16:creationId xmlns:a16="http://schemas.microsoft.com/office/drawing/2014/main" id="{6A7FC83E-981F-469B-B428-5854B50C74F2}"/>
              </a:ext>
            </a:extLst>
          </p:cNvPr>
          <p:cNvSpPr>
            <a:spLocks xmlns:a="http://schemas.openxmlformats.org/drawingml/2006/main" noGrp="1"/>
          </p:cNvSpPr>
          <p:nvPr/>
        </p:nvSpPr>
        <p:spPr>
          <a:xfrm xmlns:a="http://schemas.openxmlformats.org/drawingml/2006/main">
            <a:off x="1905000" y="5448300"/>
            <a:ext cx="652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Pérdida de información</a:t>
            </a:r>
          </a:p>
        </p:txBody>
      </p:sp>
      <p:sp>
        <p:nvSpPr>
          <p:cNvPr id="16" name="">
            <a:extLst xmlns:a="http://schemas.openxmlformats.org/drawingml/2006/main">
              <a:ext uri="{FF2B5EF4-FFF2-40B4-BE49-F238E27FC236}">
                <a16:creationId xmlns:a16="http://schemas.microsoft.com/office/drawing/2014/main" id="{E172203E-245F-4419-B763-7E408152DD52}"/>
              </a:ext>
            </a:extLst>
          </p:cNvPr>
          <p:cNvSpPr>
            <a:spLocks xmlns:a="http://schemas.openxmlformats.org/drawingml/2006/main" noGrp="1"/>
          </p:cNvSpPr>
          <p:nvPr/>
        </p:nvSpPr>
        <p:spPr>
          <a:xfrm xmlns:a="http://schemas.openxmlformats.org/drawingml/2006/main">
            <a:off x="1905000" y="6038850"/>
            <a:ext cx="649605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a:solidFill>
                  <a:srgbClr val="17243A"/>
                </a:solidFill>
                <a:latin typeface="Calibri"/>
                <a:ea typeface="Calibri"/>
                <a:cs typeface="Calibri"/>
              </a:defRPr>
            </a:defPPr>
          </a:lstStyle>
          <a:p xmlns:a="http://schemas.openxmlformats.org/drawingml/2006/main">
            <a:pPr algn="l">
              <a:lnSpc>
                <a:spcPct val="108000"/>
              </a:lnSpc>
              <a:buNone/>
              <a:defRPr sz="1950">
                <a:solidFill>
                  <a:srgbClr val="17243A"/>
                </a:solidFill>
                <a:latin typeface="Calibri"/>
                <a:ea typeface="Calibri"/>
                <a:cs typeface="Calibri"/>
              </a:defRPr>
            </a:pPr>
            <a:r>
              <a:rPr sz="1950">
                <a:solidFill>
                  <a:srgbClr val="17243A"/>
                </a:solidFill>
                <a:latin typeface="Calibri"/>
                <a:ea typeface="Calibri"/>
                <a:cs typeface="Calibri"/>
              </a:rPr>
              <a:t>Los soportes físicos dificultan búsquedas y seguimiento histórico.</a:t>
            </a:r>
          </a:p>
        </p:txBody>
      </p:sp>
      <p:sp>
        <p:nvSpPr>
          <p:cNvPr id="17" name="">
            <a:extLst xmlns:a="http://schemas.openxmlformats.org/drawingml/2006/main">
              <a:ext uri="{FF2B5EF4-FFF2-40B4-BE49-F238E27FC236}">
                <a16:creationId xmlns:a16="http://schemas.microsoft.com/office/drawing/2014/main" id="{05F03FA7-21EF-4BAE-8B72-AC5FE68F7010}"/>
              </a:ext>
            </a:extLst>
          </p:cNvPr>
          <p:cNvSpPr>
            <a:spLocks xmlns:a="http://schemas.openxmlformats.org/drawingml/2006/main" noGrp="1"/>
          </p:cNvSpPr>
          <p:nvPr/>
        </p:nvSpPr>
        <p:spPr>
          <a:xfrm xmlns:a="http://schemas.openxmlformats.org/drawingml/2006/main">
            <a:off x="9334500" y="5238750"/>
            <a:ext cx="7048500" cy="2143125"/>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D8E1EB"/>
            </a:solidFill>
            <a:prstDash val="solid"/>
          </a:ln>
        </p:spPr>
      </p:sp>
      <p:sp>
        <p:nvSpPr>
          <p:cNvPr id="18" name="">
            <a:extLst xmlns:a="http://schemas.openxmlformats.org/drawingml/2006/main">
              <a:ext uri="{FF2B5EF4-FFF2-40B4-BE49-F238E27FC236}">
                <a16:creationId xmlns:a16="http://schemas.microsoft.com/office/drawing/2014/main" id="{6313CC12-70DB-4DE3-826F-53C24151B64C}"/>
              </a:ext>
            </a:extLst>
          </p:cNvPr>
          <p:cNvSpPr>
            <a:spLocks xmlns:a="http://schemas.openxmlformats.org/drawingml/2006/main" noGrp="1"/>
          </p:cNvSpPr>
          <p:nvPr/>
        </p:nvSpPr>
        <p:spPr>
          <a:xfrm xmlns:a="http://schemas.openxmlformats.org/drawingml/2006/main">
            <a:off x="9334500" y="5238750"/>
            <a:ext cx="114300" cy="2143125"/>
          </a:xfrm>
          <a:prstGeom xmlns:a="http://schemas.openxmlformats.org/drawingml/2006/main" prst="rect">
            <a:avLst/>
          </a:prstGeom>
          <a:solidFill xmlns:a="http://schemas.openxmlformats.org/drawingml/2006/main">
            <a:srgbClr val="0876B9"/>
          </a:solidFill>
          <a:ln xmlns:a="http://schemas.openxmlformats.org/drawingml/2006/main" w="14288">
            <a:solidFill>
              <a:srgbClr val="0876B9"/>
            </a:solidFill>
            <a:prstDash val="solid"/>
          </a:ln>
        </p:spPr>
      </p:sp>
      <p:sp>
        <p:nvSpPr>
          <p:cNvPr id="19" name="">
            <a:extLst xmlns:a="http://schemas.openxmlformats.org/drawingml/2006/main">
              <a:ext uri="{FF2B5EF4-FFF2-40B4-BE49-F238E27FC236}">
                <a16:creationId xmlns:a16="http://schemas.microsoft.com/office/drawing/2014/main" id="{F478052D-FAD3-4EEA-AC0D-14EDCE1033C4}"/>
              </a:ext>
            </a:extLst>
          </p:cNvPr>
          <p:cNvSpPr>
            <a:spLocks xmlns:a="http://schemas.openxmlformats.org/drawingml/2006/main" noGrp="1"/>
          </p:cNvSpPr>
          <p:nvPr/>
        </p:nvSpPr>
        <p:spPr>
          <a:xfrm xmlns:a="http://schemas.openxmlformats.org/drawingml/2006/main">
            <a:off x="9620250" y="5448300"/>
            <a:ext cx="652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Riesgo de suplantación</a:t>
            </a:r>
          </a:p>
        </p:txBody>
      </p:sp>
      <p:sp>
        <p:nvSpPr>
          <p:cNvPr id="20" name="">
            <a:extLst xmlns:a="http://schemas.openxmlformats.org/drawingml/2006/main">
              <a:ext uri="{FF2B5EF4-FFF2-40B4-BE49-F238E27FC236}">
                <a16:creationId xmlns:a16="http://schemas.microsoft.com/office/drawing/2014/main" id="{A2D5D51D-A6BB-437C-86F2-86C824C2D575}"/>
              </a:ext>
            </a:extLst>
          </p:cNvPr>
          <p:cNvSpPr>
            <a:spLocks xmlns:a="http://schemas.openxmlformats.org/drawingml/2006/main" noGrp="1"/>
          </p:cNvSpPr>
          <p:nvPr/>
        </p:nvSpPr>
        <p:spPr>
          <a:xfrm xmlns:a="http://schemas.openxmlformats.org/drawingml/2006/main">
            <a:off x="9620250" y="6038850"/>
            <a:ext cx="649605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a:solidFill>
                  <a:srgbClr val="17243A"/>
                </a:solidFill>
                <a:latin typeface="Calibri"/>
                <a:ea typeface="Calibri"/>
                <a:cs typeface="Calibri"/>
              </a:defRPr>
            </a:defPPr>
          </a:lstStyle>
          <a:p xmlns:a="http://schemas.openxmlformats.org/drawingml/2006/main">
            <a:pPr algn="l">
              <a:lnSpc>
                <a:spcPct val="108000"/>
              </a:lnSpc>
              <a:buNone/>
              <a:defRPr sz="1950">
                <a:solidFill>
                  <a:srgbClr val="17243A"/>
                </a:solidFill>
                <a:latin typeface="Calibri"/>
                <a:ea typeface="Calibri"/>
                <a:cs typeface="Calibri"/>
              </a:defRPr>
            </a:pPr>
            <a:r>
              <a:rPr sz="1950">
                <a:solidFill>
                  <a:srgbClr val="17243A"/>
                </a:solidFill>
                <a:latin typeface="Calibri"/>
                <a:ea typeface="Calibri"/>
                <a:cs typeface="Calibri"/>
              </a:rPr>
              <a:t>No siempre se valida en el mismo momento la persona y su vehículo.</a:t>
            </a:r>
          </a:p>
        </p:txBody>
      </p:sp>
      <p:sp>
        <p:nvSpPr>
          <p:cNvPr id="21" name="">
            <a:extLst xmlns:a="http://schemas.openxmlformats.org/drawingml/2006/main">
              <a:ext uri="{FF2B5EF4-FFF2-40B4-BE49-F238E27FC236}">
                <a16:creationId xmlns:a16="http://schemas.microsoft.com/office/drawing/2014/main" id="{2B4627C8-6A95-4036-B5DE-8E1484A512A2}"/>
              </a:ext>
            </a:extLst>
          </p:cNvPr>
          <p:cNvSpPr>
            <a:spLocks xmlns:a="http://schemas.openxmlformats.org/drawingml/2006/main" noGrp="1"/>
          </p:cNvSpPr>
          <p:nvPr/>
        </p:nvSpPr>
        <p:spPr>
          <a:xfrm xmlns:a="http://schemas.openxmlformats.org/drawingml/2006/main">
            <a:off x="2190750" y="809625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F28C28"/>
                </a:solidFill>
                <a:latin typeface="Calibri"/>
                <a:ea typeface="Calibri"/>
                <a:cs typeface="Calibri"/>
              </a:defRPr>
            </a:defPPr>
          </a:lstStyle>
          <a:p xmlns:a="http://schemas.openxmlformats.org/drawingml/2006/main">
            <a:pPr algn="l">
              <a:lnSpc>
                <a:spcPct val="105000"/>
              </a:lnSpc>
              <a:buNone/>
              <a:defRPr sz="1800" b="1">
                <a:solidFill>
                  <a:srgbClr val="F28C28"/>
                </a:solidFill>
                <a:latin typeface="Calibri"/>
                <a:ea typeface="Calibri"/>
                <a:cs typeface="Calibri"/>
              </a:defRPr>
            </a:pPr>
            <a:r>
              <a:rPr sz="1800" b="1">
                <a:solidFill>
                  <a:srgbClr val="F28C28"/>
                </a:solidFill>
                <a:latin typeface="Calibri"/>
                <a:ea typeface="Calibri"/>
                <a:cs typeface="Calibri"/>
              </a:rPr>
              <a:t>Pregunta de investigación</a:t>
            </a:r>
          </a:p>
        </p:txBody>
      </p:sp>
      <p:sp>
        <p:nvSpPr>
          <p:cNvPr id="22" name="">
            <a:extLst xmlns:a="http://schemas.openxmlformats.org/drawingml/2006/main">
              <a:ext uri="{FF2B5EF4-FFF2-40B4-BE49-F238E27FC236}">
                <a16:creationId xmlns:a16="http://schemas.microsoft.com/office/drawing/2014/main" id="{2F055AAF-374E-42F6-8B00-FCC5720F11E0}"/>
              </a:ext>
            </a:extLst>
          </p:cNvPr>
          <p:cNvSpPr>
            <a:spLocks xmlns:a="http://schemas.openxmlformats.org/drawingml/2006/main" noGrp="1"/>
          </p:cNvSpPr>
          <p:nvPr/>
        </p:nvSpPr>
        <p:spPr>
          <a:xfrm xmlns:a="http://schemas.openxmlformats.org/drawingml/2006/main">
            <a:off x="6048375" y="8096250"/>
            <a:ext cx="952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22A51"/>
                </a:solidFill>
                <a:latin typeface="Calibri"/>
                <a:ea typeface="Calibri"/>
                <a:cs typeface="Calibri"/>
              </a:defRPr>
            </a:defPPr>
          </a:lstStyle>
          <a:p xmlns:a="http://schemas.openxmlformats.org/drawingml/2006/main">
            <a:pPr algn="l">
              <a:lnSpc>
                <a:spcPct val="105000"/>
              </a:lnSpc>
              <a:buNone/>
              <a:defRPr sz="2100" b="1">
                <a:solidFill>
                  <a:srgbClr val="122A51"/>
                </a:solidFill>
                <a:latin typeface="Calibri"/>
                <a:ea typeface="Calibri"/>
                <a:cs typeface="Calibri"/>
              </a:defRPr>
            </a:pPr>
            <a:r>
              <a:rPr sz="2100" b="1">
                <a:solidFill>
                  <a:srgbClr val="122A51"/>
                </a:solidFill>
                <a:latin typeface="Calibri"/>
                <a:ea typeface="Calibri"/>
                <a:cs typeface="Calibri"/>
              </a:rPr>
              <a:t>¿Cómo optimizar el control de entrada y salida mediante reconocimiento automático de placas?</a:t>
            </a:r>
          </a:p>
        </p:txBody>
      </p:sp>
    </p:spTree>
    <p:extLst>
      <p:ext uri="{BB962C8B-B14F-4D97-AF65-F5344CB8AC3E}">
        <p14:creationId xmlns:p14="http://schemas.microsoft.com/office/powerpoint/2010/main" val="115415504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1F4AD8A-1655-4E1A-909A-B7284C621F57}"/>
              </a:ext>
            </a:extLst>
          </p:cNvPr>
          <p:cNvPicPr>
            <a:picLocks xmlns:a="http://schemas.openxmlformats.org/drawingml/2006/main" noChangeAspect="1"/>
          </p:cNvPicPr>
          <p:nvPr/>
        </p:nvPicPr>
        <p:blipFill>
          <a:blip xmlns:r="http://schemas.openxmlformats.org/officeDocument/2006/relationships" xmlns:a="http://schemas.openxmlformats.org/drawingml/2006/main" r:embed="R52014abda14a4da9"/>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2ADB2DA-F30F-4254-9353-543BFEAD0329}"/>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4. OBJETIVOS</a:t>
            </a:r>
          </a:p>
        </p:txBody>
      </p:sp>
      <p:sp>
        <p:nvSpPr>
          <p:cNvPr id="3" name="">
            <a:extLst xmlns:a="http://schemas.openxmlformats.org/drawingml/2006/main">
              <a:ext uri="{FF2B5EF4-FFF2-40B4-BE49-F238E27FC236}">
                <a16:creationId xmlns:a16="http://schemas.microsoft.com/office/drawing/2014/main" id="{B0D704F1-768D-4737-A2A6-B3D9FF696F79}"/>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Objetivo general</a:t>
            </a:r>
          </a:p>
        </p:txBody>
      </p:sp>
      <p:sp>
        <p:nvSpPr>
          <p:cNvPr id="4" name="">
            <a:extLst xmlns:a="http://schemas.openxmlformats.org/drawingml/2006/main">
              <a:ext uri="{FF2B5EF4-FFF2-40B4-BE49-F238E27FC236}">
                <a16:creationId xmlns:a16="http://schemas.microsoft.com/office/drawing/2014/main" id="{E2A89624-644E-4620-802F-E8D29D835243}"/>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2F04CEBE-3207-4A27-BB6E-80F18059604F}"/>
              </a:ext>
            </a:extLst>
          </p:cNvPr>
          <p:cNvSpPr>
            <a:spLocks xmlns:a="http://schemas.openxmlformats.org/drawingml/2006/main" noGrp="1"/>
          </p:cNvSpPr>
          <p:nvPr/>
        </p:nvSpPr>
        <p:spPr>
          <a:xfrm xmlns:a="http://schemas.openxmlformats.org/drawingml/2006/main">
            <a:off x="2238375" y="3143250"/>
            <a:ext cx="13811250" cy="3333750"/>
          </a:xfrm>
          <a:prstGeom xmlns:a="http://schemas.openxmlformats.org/drawingml/2006/main" prst="roundRect">
            <a:avLst>
              <a:gd name="adj" fmla="val 5143"/>
            </a:avLst>
          </a:prstGeom>
          <a:solidFill xmlns:a="http://schemas.openxmlformats.org/drawingml/2006/main">
            <a:srgbClr val="F7F9FC"/>
          </a:solidFill>
          <a:ln xmlns:a="http://schemas.openxmlformats.org/drawingml/2006/main" w="14288">
            <a:solidFill>
              <a:srgbClr val="D8E1EB"/>
            </a:solidFill>
            <a:prstDash val="solid"/>
          </a:ln>
        </p:spPr>
      </p:sp>
      <p:sp>
        <p:nvSpPr>
          <p:cNvPr id="6" name="">
            <a:extLst xmlns:a="http://schemas.openxmlformats.org/drawingml/2006/main">
              <a:ext uri="{FF2B5EF4-FFF2-40B4-BE49-F238E27FC236}">
                <a16:creationId xmlns:a16="http://schemas.microsoft.com/office/drawing/2014/main" id="{E07D0798-7BC9-4512-9BD2-3AEC61881DA8}"/>
              </a:ext>
            </a:extLst>
          </p:cNvPr>
          <p:cNvSpPr>
            <a:spLocks xmlns:a="http://schemas.openxmlformats.org/drawingml/2006/main" noGrp="1"/>
          </p:cNvSpPr>
          <p:nvPr/>
        </p:nvSpPr>
        <p:spPr>
          <a:xfrm xmlns:a="http://schemas.openxmlformats.org/drawingml/2006/main">
            <a:off x="3143250" y="3857625"/>
            <a:ext cx="12001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3300" b="1">
                <a:solidFill>
                  <a:srgbClr val="122A51"/>
                </a:solidFill>
                <a:latin typeface="Calibri"/>
                <a:ea typeface="Calibri"/>
                <a:cs typeface="Calibri"/>
              </a:defRPr>
            </a:defPPr>
          </a:lstStyle>
          <a:p xmlns:a="http://schemas.openxmlformats.org/drawingml/2006/main">
            <a:pPr algn="ctr">
              <a:lnSpc>
                <a:spcPct val="107000"/>
              </a:lnSpc>
              <a:buNone/>
              <a:defRPr sz="3300" b="1">
                <a:solidFill>
                  <a:srgbClr val="122A51"/>
                </a:solidFill>
                <a:latin typeface="Calibri"/>
                <a:ea typeface="Calibri"/>
                <a:cs typeface="Calibri"/>
              </a:defRPr>
            </a:pPr>
            <a:r>
              <a:rPr sz="3300" b="1">
                <a:solidFill>
                  <a:srgbClr val="122A51"/>
                </a:solidFill>
                <a:latin typeface="Calibri"/>
                <a:ea typeface="Calibri"/>
                <a:cs typeface="Calibri"/>
              </a:rPr>
              <a:t>Implementar un sistema de acceso vehicular para motocicletas mediante reconocimiento automático de placas con redes neuronales YOLO en la Universidad Popular del Cesar.</a:t>
            </a:r>
          </a:p>
        </p:txBody>
      </p:sp>
    </p:spTree>
    <p:extLst>
      <p:ext uri="{BB962C8B-B14F-4D97-AF65-F5344CB8AC3E}">
        <p14:creationId xmlns:p14="http://schemas.microsoft.com/office/powerpoint/2010/main" val="61043834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3ECC7EC2-0358-41E4-B89E-4D65012A0DE4}"/>
              </a:ext>
            </a:extLst>
          </p:cNvPr>
          <p:cNvPicPr>
            <a:picLocks xmlns:a="http://schemas.openxmlformats.org/drawingml/2006/main" noChangeAspect="1"/>
          </p:cNvPicPr>
          <p:nvPr/>
        </p:nvPicPr>
        <p:blipFill>
          <a:blip xmlns:r="http://schemas.openxmlformats.org/officeDocument/2006/relationships" xmlns:a="http://schemas.openxmlformats.org/drawingml/2006/main" r:embed="R75c56f17b5a04cd0"/>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7C5341-3887-440C-B33E-6489DAD03998}"/>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4. OBJETIVOS</a:t>
            </a:r>
          </a:p>
        </p:txBody>
      </p:sp>
      <p:sp>
        <p:nvSpPr>
          <p:cNvPr id="3" name="">
            <a:extLst xmlns:a="http://schemas.openxmlformats.org/drawingml/2006/main">
              <a:ext uri="{FF2B5EF4-FFF2-40B4-BE49-F238E27FC236}">
                <a16:creationId xmlns:a16="http://schemas.microsoft.com/office/drawing/2014/main" id="{20EEF7EB-8CF3-444B-8E3B-386F4FA5232D}"/>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Objetivos específicos</a:t>
            </a:r>
          </a:p>
        </p:txBody>
      </p:sp>
      <p:sp>
        <p:nvSpPr>
          <p:cNvPr id="4" name="">
            <a:extLst xmlns:a="http://schemas.openxmlformats.org/drawingml/2006/main">
              <a:ext uri="{FF2B5EF4-FFF2-40B4-BE49-F238E27FC236}">
                <a16:creationId xmlns:a16="http://schemas.microsoft.com/office/drawing/2014/main" id="{9966E736-58AA-4F30-99EE-EE980D1F5FB3}"/>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FC652183-2EB5-4CEF-AAB2-103F7836AAED}"/>
              </a:ext>
            </a:extLst>
          </p:cNvPr>
          <p:cNvSpPr>
            <a:spLocks xmlns:a="http://schemas.openxmlformats.org/drawingml/2006/main" noGrp="1"/>
          </p:cNvSpPr>
          <p:nvPr/>
        </p:nvSpPr>
        <p:spPr>
          <a:xfrm xmlns:a="http://schemas.openxmlformats.org/drawingml/2006/main">
            <a:off x="1619250" y="2457450"/>
            <a:ext cx="876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28C28"/>
                </a:solidFill>
                <a:latin typeface="Calibri"/>
                <a:ea typeface="Calibri"/>
                <a:cs typeface="Calibri"/>
              </a:defRPr>
            </a:defPPr>
          </a:lstStyle>
          <a:p xmlns:a="http://schemas.openxmlformats.org/drawingml/2006/main">
            <a:pPr algn="l">
              <a:lnSpc>
                <a:spcPct val="105000"/>
              </a:lnSpc>
              <a:buNone/>
              <a:defRPr sz="2850" b="1">
                <a:solidFill>
                  <a:srgbClr val="F28C28"/>
                </a:solidFill>
                <a:latin typeface="Calibri"/>
                <a:ea typeface="Calibri"/>
                <a:cs typeface="Calibri"/>
              </a:defRPr>
            </a:pPr>
            <a:r>
              <a:rPr sz="2850" b="1">
                <a:solidFill>
                  <a:srgbClr val="F28C28"/>
                </a:solidFill>
                <a:latin typeface="Calibri"/>
                <a:ea typeface="Calibri"/>
                <a:cs typeface="Calibri"/>
              </a:rPr>
              <a:t>01</a:t>
            </a:r>
          </a:p>
        </p:txBody>
      </p:sp>
      <p:sp>
        <p:nvSpPr>
          <p:cNvPr id="6" name="">
            <a:extLst xmlns:a="http://schemas.openxmlformats.org/drawingml/2006/main">
              <a:ext uri="{FF2B5EF4-FFF2-40B4-BE49-F238E27FC236}">
                <a16:creationId xmlns:a16="http://schemas.microsoft.com/office/drawing/2014/main" id="{739CC6AE-690F-45DC-837F-DF3B5CAD739B}"/>
              </a:ext>
            </a:extLst>
          </p:cNvPr>
          <p:cNvSpPr>
            <a:spLocks xmlns:a="http://schemas.openxmlformats.org/drawingml/2006/main" noGrp="1"/>
          </p:cNvSpPr>
          <p:nvPr/>
        </p:nvSpPr>
        <p:spPr>
          <a:xfrm xmlns:a="http://schemas.openxmlformats.org/drawingml/2006/main">
            <a:off x="2762250" y="2381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22A51"/>
                </a:solidFill>
                <a:latin typeface="Calibri"/>
                <a:ea typeface="Calibri"/>
                <a:cs typeface="Calibri"/>
              </a:defRPr>
            </a:defPPr>
          </a:lstStyle>
          <a:p xmlns:a="http://schemas.openxmlformats.org/drawingml/2006/main">
            <a:pPr algn="l">
              <a:lnSpc>
                <a:spcPct val="105000"/>
              </a:lnSpc>
              <a:buNone/>
              <a:defRPr sz="2400" b="1">
                <a:solidFill>
                  <a:srgbClr val="122A51"/>
                </a:solidFill>
                <a:latin typeface="Calibri"/>
                <a:ea typeface="Calibri"/>
                <a:cs typeface="Calibri"/>
              </a:defRPr>
            </a:pPr>
            <a:r>
              <a:rPr sz="2400" b="1">
                <a:solidFill>
                  <a:srgbClr val="122A51"/>
                </a:solidFill>
                <a:latin typeface="Calibri"/>
                <a:ea typeface="Calibri"/>
                <a:cs typeface="Calibri"/>
              </a:rPr>
              <a:t>Analizar</a:t>
            </a:r>
          </a:p>
        </p:txBody>
      </p:sp>
      <p:sp>
        <p:nvSpPr>
          <p:cNvPr id="7" name="">
            <a:extLst xmlns:a="http://schemas.openxmlformats.org/drawingml/2006/main">
              <a:ext uri="{FF2B5EF4-FFF2-40B4-BE49-F238E27FC236}">
                <a16:creationId xmlns:a16="http://schemas.microsoft.com/office/drawing/2014/main" id="{D2C08CA4-5D4A-4107-8FBB-0CCB47FC4370}"/>
              </a:ext>
            </a:extLst>
          </p:cNvPr>
          <p:cNvSpPr>
            <a:spLocks xmlns:a="http://schemas.openxmlformats.org/drawingml/2006/main" noGrp="1"/>
          </p:cNvSpPr>
          <p:nvPr/>
        </p:nvSpPr>
        <p:spPr>
          <a:xfrm xmlns:a="http://schemas.openxmlformats.org/drawingml/2006/main">
            <a:off x="5476875" y="24003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a:solidFill>
                  <a:srgbClr val="17243A"/>
                </a:solidFill>
                <a:latin typeface="Calibri"/>
                <a:ea typeface="Calibri"/>
                <a:cs typeface="Calibri"/>
              </a:defRPr>
            </a:defPPr>
          </a:lstStyle>
          <a:p xmlns:a="http://schemas.openxmlformats.org/drawingml/2006/main">
            <a:pPr algn="l">
              <a:lnSpc>
                <a:spcPct val="105000"/>
              </a:lnSpc>
              <a:buNone/>
              <a:defRPr sz="2025">
                <a:solidFill>
                  <a:srgbClr val="17243A"/>
                </a:solidFill>
                <a:latin typeface="Calibri"/>
                <a:ea typeface="Calibri"/>
                <a:cs typeface="Calibri"/>
              </a:defRPr>
            </a:pPr>
            <a:r>
              <a:rPr sz="2025">
                <a:solidFill>
                  <a:srgbClr val="17243A"/>
                </a:solidFill>
                <a:latin typeface="Calibri"/>
                <a:ea typeface="Calibri"/>
                <a:cs typeface="Calibri"/>
              </a:rPr>
              <a:t>Caracterizar el proceso y sus impactos en seguridad, movilidad y operación.</a:t>
            </a:r>
          </a:p>
        </p:txBody>
      </p:sp>
      <p:sp>
        <p:nvSpPr>
          <p:cNvPr id="8" name="">
            <a:extLst xmlns:a="http://schemas.openxmlformats.org/drawingml/2006/main">
              <a:ext uri="{FF2B5EF4-FFF2-40B4-BE49-F238E27FC236}">
                <a16:creationId xmlns:a16="http://schemas.microsoft.com/office/drawing/2014/main" id="{8FBC7F2F-BD32-4CDC-AC7C-CB2164159C17}"/>
              </a:ext>
            </a:extLst>
          </p:cNvPr>
          <p:cNvSpPr>
            <a:spLocks xmlns:a="http://schemas.openxmlformats.org/drawingml/2006/main" noGrp="1"/>
          </p:cNvSpPr>
          <p:nvPr/>
        </p:nvSpPr>
        <p:spPr>
          <a:xfrm xmlns:a="http://schemas.openxmlformats.org/drawingml/2006/main">
            <a:off x="1619250" y="3714750"/>
            <a:ext cx="876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28C28"/>
                </a:solidFill>
                <a:latin typeface="Calibri"/>
                <a:ea typeface="Calibri"/>
                <a:cs typeface="Calibri"/>
              </a:defRPr>
            </a:defPPr>
          </a:lstStyle>
          <a:p xmlns:a="http://schemas.openxmlformats.org/drawingml/2006/main">
            <a:pPr algn="l">
              <a:lnSpc>
                <a:spcPct val="105000"/>
              </a:lnSpc>
              <a:buNone/>
              <a:defRPr sz="2850" b="1">
                <a:solidFill>
                  <a:srgbClr val="F28C28"/>
                </a:solidFill>
                <a:latin typeface="Calibri"/>
                <a:ea typeface="Calibri"/>
                <a:cs typeface="Calibri"/>
              </a:defRPr>
            </a:pPr>
            <a:r>
              <a:rPr sz="2850" b="1">
                <a:solidFill>
                  <a:srgbClr val="F28C28"/>
                </a:solidFill>
                <a:latin typeface="Calibri"/>
                <a:ea typeface="Calibri"/>
                <a:cs typeface="Calibri"/>
              </a:rPr>
              <a:t>02</a:t>
            </a:r>
          </a:p>
        </p:txBody>
      </p:sp>
      <p:sp>
        <p:nvSpPr>
          <p:cNvPr id="9" name="">
            <a:extLst xmlns:a="http://schemas.openxmlformats.org/drawingml/2006/main">
              <a:ext uri="{FF2B5EF4-FFF2-40B4-BE49-F238E27FC236}">
                <a16:creationId xmlns:a16="http://schemas.microsoft.com/office/drawing/2014/main" id="{DF896A67-CBA2-47CE-97AF-BF9E5C3F9F19}"/>
              </a:ext>
            </a:extLst>
          </p:cNvPr>
          <p:cNvSpPr>
            <a:spLocks xmlns:a="http://schemas.openxmlformats.org/drawingml/2006/main" noGrp="1"/>
          </p:cNvSpPr>
          <p:nvPr/>
        </p:nvSpPr>
        <p:spPr>
          <a:xfrm xmlns:a="http://schemas.openxmlformats.org/drawingml/2006/main">
            <a:off x="2762250" y="36385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22A51"/>
                </a:solidFill>
                <a:latin typeface="Calibri"/>
                <a:ea typeface="Calibri"/>
                <a:cs typeface="Calibri"/>
              </a:defRPr>
            </a:defPPr>
          </a:lstStyle>
          <a:p xmlns:a="http://schemas.openxmlformats.org/drawingml/2006/main">
            <a:pPr algn="l">
              <a:lnSpc>
                <a:spcPct val="105000"/>
              </a:lnSpc>
              <a:buNone/>
              <a:defRPr sz="2400" b="1">
                <a:solidFill>
                  <a:srgbClr val="122A51"/>
                </a:solidFill>
                <a:latin typeface="Calibri"/>
                <a:ea typeface="Calibri"/>
                <a:cs typeface="Calibri"/>
              </a:defRPr>
            </a:pPr>
            <a:r>
              <a:rPr sz="2400" b="1">
                <a:solidFill>
                  <a:srgbClr val="122A51"/>
                </a:solidFill>
                <a:latin typeface="Calibri"/>
                <a:ea typeface="Calibri"/>
                <a:cs typeface="Calibri"/>
              </a:rPr>
              <a:t>Comparar</a:t>
            </a:r>
          </a:p>
        </p:txBody>
      </p:sp>
      <p:sp>
        <p:nvSpPr>
          <p:cNvPr id="10" name="">
            <a:extLst xmlns:a="http://schemas.openxmlformats.org/drawingml/2006/main">
              <a:ext uri="{FF2B5EF4-FFF2-40B4-BE49-F238E27FC236}">
                <a16:creationId xmlns:a16="http://schemas.microsoft.com/office/drawing/2014/main" id="{C9DFA9AB-A487-4E33-AC4C-17FDCCE78CFC}"/>
              </a:ext>
            </a:extLst>
          </p:cNvPr>
          <p:cNvSpPr>
            <a:spLocks xmlns:a="http://schemas.openxmlformats.org/drawingml/2006/main" noGrp="1"/>
          </p:cNvSpPr>
          <p:nvPr/>
        </p:nvSpPr>
        <p:spPr>
          <a:xfrm xmlns:a="http://schemas.openxmlformats.org/drawingml/2006/main">
            <a:off x="5476875" y="36576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a:solidFill>
                  <a:srgbClr val="17243A"/>
                </a:solidFill>
                <a:latin typeface="Calibri"/>
                <a:ea typeface="Calibri"/>
                <a:cs typeface="Calibri"/>
              </a:defRPr>
            </a:defPPr>
          </a:lstStyle>
          <a:p xmlns:a="http://schemas.openxmlformats.org/drawingml/2006/main">
            <a:pPr algn="l">
              <a:lnSpc>
                <a:spcPct val="105000"/>
              </a:lnSpc>
              <a:buNone/>
              <a:defRPr sz="2025">
                <a:solidFill>
                  <a:srgbClr val="17243A"/>
                </a:solidFill>
                <a:latin typeface="Calibri"/>
                <a:ea typeface="Calibri"/>
                <a:cs typeface="Calibri"/>
              </a:defRPr>
            </a:pPr>
            <a:r>
              <a:rPr sz="2025">
                <a:solidFill>
                  <a:srgbClr val="17243A"/>
                </a:solidFill>
                <a:latin typeface="Calibri"/>
                <a:ea typeface="Calibri"/>
                <a:cs typeface="Calibri"/>
              </a:rPr>
              <a:t>Evaluar modelos de reconocimiento por precisión, velocidad y requerimientos.</a:t>
            </a:r>
          </a:p>
        </p:txBody>
      </p:sp>
      <p:sp>
        <p:nvSpPr>
          <p:cNvPr id="11" name="">
            <a:extLst xmlns:a="http://schemas.openxmlformats.org/drawingml/2006/main">
              <a:ext uri="{FF2B5EF4-FFF2-40B4-BE49-F238E27FC236}">
                <a16:creationId xmlns:a16="http://schemas.microsoft.com/office/drawing/2014/main" id="{2F7CB32C-4EC7-4EA9-8A0D-383D67EA21E5}"/>
              </a:ext>
            </a:extLst>
          </p:cNvPr>
          <p:cNvSpPr>
            <a:spLocks xmlns:a="http://schemas.openxmlformats.org/drawingml/2006/main" noGrp="1"/>
          </p:cNvSpPr>
          <p:nvPr/>
        </p:nvSpPr>
        <p:spPr>
          <a:xfrm xmlns:a="http://schemas.openxmlformats.org/drawingml/2006/main">
            <a:off x="1619250" y="4972050"/>
            <a:ext cx="876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28C28"/>
                </a:solidFill>
                <a:latin typeface="Calibri"/>
                <a:ea typeface="Calibri"/>
                <a:cs typeface="Calibri"/>
              </a:defRPr>
            </a:defPPr>
          </a:lstStyle>
          <a:p xmlns:a="http://schemas.openxmlformats.org/drawingml/2006/main">
            <a:pPr algn="l">
              <a:lnSpc>
                <a:spcPct val="105000"/>
              </a:lnSpc>
              <a:buNone/>
              <a:defRPr sz="2850" b="1">
                <a:solidFill>
                  <a:srgbClr val="F28C28"/>
                </a:solidFill>
                <a:latin typeface="Calibri"/>
                <a:ea typeface="Calibri"/>
                <a:cs typeface="Calibri"/>
              </a:defRPr>
            </a:pPr>
            <a:r>
              <a:rPr sz="2850" b="1">
                <a:solidFill>
                  <a:srgbClr val="F28C28"/>
                </a:solidFill>
                <a:latin typeface="Calibri"/>
                <a:ea typeface="Calibri"/>
                <a:cs typeface="Calibri"/>
              </a:rPr>
              <a:t>03</a:t>
            </a:r>
          </a:p>
        </p:txBody>
      </p:sp>
      <p:sp>
        <p:nvSpPr>
          <p:cNvPr id="12" name="">
            <a:extLst xmlns:a="http://schemas.openxmlformats.org/drawingml/2006/main">
              <a:ext uri="{FF2B5EF4-FFF2-40B4-BE49-F238E27FC236}">
                <a16:creationId xmlns:a16="http://schemas.microsoft.com/office/drawing/2014/main" id="{64C3C34C-5303-4513-B0FE-AE63AE6ECFEE}"/>
              </a:ext>
            </a:extLst>
          </p:cNvPr>
          <p:cNvSpPr>
            <a:spLocks xmlns:a="http://schemas.openxmlformats.org/drawingml/2006/main" noGrp="1"/>
          </p:cNvSpPr>
          <p:nvPr/>
        </p:nvSpPr>
        <p:spPr>
          <a:xfrm xmlns:a="http://schemas.openxmlformats.org/drawingml/2006/main">
            <a:off x="2762250" y="48958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22A51"/>
                </a:solidFill>
                <a:latin typeface="Calibri"/>
                <a:ea typeface="Calibri"/>
                <a:cs typeface="Calibri"/>
              </a:defRPr>
            </a:defPPr>
          </a:lstStyle>
          <a:p xmlns:a="http://schemas.openxmlformats.org/drawingml/2006/main">
            <a:pPr algn="l">
              <a:lnSpc>
                <a:spcPct val="105000"/>
              </a:lnSpc>
              <a:buNone/>
              <a:defRPr sz="2400" b="1">
                <a:solidFill>
                  <a:srgbClr val="122A51"/>
                </a:solidFill>
                <a:latin typeface="Calibri"/>
                <a:ea typeface="Calibri"/>
                <a:cs typeface="Calibri"/>
              </a:defRPr>
            </a:pPr>
            <a:r>
              <a:rPr sz="2400" b="1">
                <a:solidFill>
                  <a:srgbClr val="122A51"/>
                </a:solidFill>
                <a:latin typeface="Calibri"/>
                <a:ea typeface="Calibri"/>
                <a:cs typeface="Calibri"/>
              </a:rPr>
              <a:t>Diseñar</a:t>
            </a:r>
          </a:p>
        </p:txBody>
      </p:sp>
      <p:sp>
        <p:nvSpPr>
          <p:cNvPr id="13" name="">
            <a:extLst xmlns:a="http://schemas.openxmlformats.org/drawingml/2006/main">
              <a:ext uri="{FF2B5EF4-FFF2-40B4-BE49-F238E27FC236}">
                <a16:creationId xmlns:a16="http://schemas.microsoft.com/office/drawing/2014/main" id="{D7EB6FB1-89C3-46AA-A1E6-A8FC1FBEF7EA}"/>
              </a:ext>
            </a:extLst>
          </p:cNvPr>
          <p:cNvSpPr>
            <a:spLocks xmlns:a="http://schemas.openxmlformats.org/drawingml/2006/main" noGrp="1"/>
          </p:cNvSpPr>
          <p:nvPr/>
        </p:nvSpPr>
        <p:spPr>
          <a:xfrm xmlns:a="http://schemas.openxmlformats.org/drawingml/2006/main">
            <a:off x="5476875" y="49149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a:solidFill>
                  <a:srgbClr val="17243A"/>
                </a:solidFill>
                <a:latin typeface="Calibri"/>
                <a:ea typeface="Calibri"/>
                <a:cs typeface="Calibri"/>
              </a:defRPr>
            </a:defPPr>
          </a:lstStyle>
          <a:p xmlns:a="http://schemas.openxmlformats.org/drawingml/2006/main">
            <a:pPr algn="l">
              <a:lnSpc>
                <a:spcPct val="105000"/>
              </a:lnSpc>
              <a:buNone/>
              <a:defRPr sz="2025">
                <a:solidFill>
                  <a:srgbClr val="17243A"/>
                </a:solidFill>
                <a:latin typeface="Calibri"/>
                <a:ea typeface="Calibri"/>
                <a:cs typeface="Calibri"/>
              </a:defRPr>
            </a:pPr>
            <a:r>
              <a:rPr sz="2025">
                <a:solidFill>
                  <a:srgbClr val="17243A"/>
                </a:solidFill>
                <a:latin typeface="Calibri"/>
                <a:ea typeface="Calibri"/>
                <a:cs typeface="Calibri"/>
              </a:rPr>
              <a:t>Definir arquitectura, interfaz y panel de consulta para el campus.</a:t>
            </a:r>
          </a:p>
        </p:txBody>
      </p:sp>
      <p:sp>
        <p:nvSpPr>
          <p:cNvPr id="14" name="">
            <a:extLst xmlns:a="http://schemas.openxmlformats.org/drawingml/2006/main">
              <a:ext uri="{FF2B5EF4-FFF2-40B4-BE49-F238E27FC236}">
                <a16:creationId xmlns:a16="http://schemas.microsoft.com/office/drawing/2014/main" id="{6580F1FA-937C-4789-9EF3-F0D1773B9358}"/>
              </a:ext>
            </a:extLst>
          </p:cNvPr>
          <p:cNvSpPr>
            <a:spLocks xmlns:a="http://schemas.openxmlformats.org/drawingml/2006/main" noGrp="1"/>
          </p:cNvSpPr>
          <p:nvPr/>
        </p:nvSpPr>
        <p:spPr>
          <a:xfrm xmlns:a="http://schemas.openxmlformats.org/drawingml/2006/main">
            <a:off x="1619250" y="6229350"/>
            <a:ext cx="876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28C28"/>
                </a:solidFill>
                <a:latin typeface="Calibri"/>
                <a:ea typeface="Calibri"/>
                <a:cs typeface="Calibri"/>
              </a:defRPr>
            </a:defPPr>
          </a:lstStyle>
          <a:p xmlns:a="http://schemas.openxmlformats.org/drawingml/2006/main">
            <a:pPr algn="l">
              <a:lnSpc>
                <a:spcPct val="105000"/>
              </a:lnSpc>
              <a:buNone/>
              <a:defRPr sz="2850" b="1">
                <a:solidFill>
                  <a:srgbClr val="F28C28"/>
                </a:solidFill>
                <a:latin typeface="Calibri"/>
                <a:ea typeface="Calibri"/>
                <a:cs typeface="Calibri"/>
              </a:defRPr>
            </a:pPr>
            <a:r>
              <a:rPr sz="2850" b="1">
                <a:solidFill>
                  <a:srgbClr val="F28C28"/>
                </a:solidFill>
                <a:latin typeface="Calibri"/>
                <a:ea typeface="Calibri"/>
                <a:cs typeface="Calibri"/>
              </a:rPr>
              <a:t>04</a:t>
            </a:r>
          </a:p>
        </p:txBody>
      </p:sp>
      <p:sp>
        <p:nvSpPr>
          <p:cNvPr id="15" name="">
            <a:extLst xmlns:a="http://schemas.openxmlformats.org/drawingml/2006/main">
              <a:ext uri="{FF2B5EF4-FFF2-40B4-BE49-F238E27FC236}">
                <a16:creationId xmlns:a16="http://schemas.microsoft.com/office/drawing/2014/main" id="{351D7117-90CF-4DC2-9990-A29B4B956DB6}"/>
              </a:ext>
            </a:extLst>
          </p:cNvPr>
          <p:cNvSpPr>
            <a:spLocks xmlns:a="http://schemas.openxmlformats.org/drawingml/2006/main" noGrp="1"/>
          </p:cNvSpPr>
          <p:nvPr/>
        </p:nvSpPr>
        <p:spPr>
          <a:xfrm xmlns:a="http://schemas.openxmlformats.org/drawingml/2006/main">
            <a:off x="2762250" y="61531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22A51"/>
                </a:solidFill>
                <a:latin typeface="Calibri"/>
                <a:ea typeface="Calibri"/>
                <a:cs typeface="Calibri"/>
              </a:defRPr>
            </a:defPPr>
          </a:lstStyle>
          <a:p xmlns:a="http://schemas.openxmlformats.org/drawingml/2006/main">
            <a:pPr algn="l">
              <a:lnSpc>
                <a:spcPct val="105000"/>
              </a:lnSpc>
              <a:buNone/>
              <a:defRPr sz="2400" b="1">
                <a:solidFill>
                  <a:srgbClr val="122A51"/>
                </a:solidFill>
                <a:latin typeface="Calibri"/>
                <a:ea typeface="Calibri"/>
                <a:cs typeface="Calibri"/>
              </a:defRPr>
            </a:pPr>
            <a:r>
              <a:rPr sz="2400" b="1">
                <a:solidFill>
                  <a:srgbClr val="122A51"/>
                </a:solidFill>
                <a:latin typeface="Calibri"/>
                <a:ea typeface="Calibri"/>
                <a:cs typeface="Calibri"/>
              </a:rPr>
              <a:t>Desarrollar</a:t>
            </a:r>
          </a:p>
        </p:txBody>
      </p:sp>
      <p:sp>
        <p:nvSpPr>
          <p:cNvPr id="16" name="">
            <a:extLst xmlns:a="http://schemas.openxmlformats.org/drawingml/2006/main">
              <a:ext uri="{FF2B5EF4-FFF2-40B4-BE49-F238E27FC236}">
                <a16:creationId xmlns:a16="http://schemas.microsoft.com/office/drawing/2014/main" id="{D74811B6-56CA-4148-936D-071196931283}"/>
              </a:ext>
            </a:extLst>
          </p:cNvPr>
          <p:cNvSpPr>
            <a:spLocks xmlns:a="http://schemas.openxmlformats.org/drawingml/2006/main" noGrp="1"/>
          </p:cNvSpPr>
          <p:nvPr/>
        </p:nvSpPr>
        <p:spPr>
          <a:xfrm xmlns:a="http://schemas.openxmlformats.org/drawingml/2006/main">
            <a:off x="5476875" y="61722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a:solidFill>
                  <a:srgbClr val="17243A"/>
                </a:solidFill>
                <a:latin typeface="Calibri"/>
                <a:ea typeface="Calibri"/>
                <a:cs typeface="Calibri"/>
              </a:defRPr>
            </a:defPPr>
          </a:lstStyle>
          <a:p xmlns:a="http://schemas.openxmlformats.org/drawingml/2006/main">
            <a:pPr algn="l">
              <a:lnSpc>
                <a:spcPct val="105000"/>
              </a:lnSpc>
              <a:buNone/>
              <a:defRPr sz="2025">
                <a:solidFill>
                  <a:srgbClr val="17243A"/>
                </a:solidFill>
                <a:latin typeface="Calibri"/>
                <a:ea typeface="Calibri"/>
                <a:cs typeface="Calibri"/>
              </a:defRPr>
            </a:pPr>
            <a:r>
              <a:rPr sz="2025">
                <a:solidFill>
                  <a:srgbClr val="17243A"/>
                </a:solidFill>
                <a:latin typeface="Calibri"/>
                <a:ea typeface="Calibri"/>
                <a:cs typeface="Calibri"/>
              </a:rPr>
              <a:t>Integrar API, datos, autenticación y visión artificial.</a:t>
            </a:r>
          </a:p>
        </p:txBody>
      </p:sp>
      <p:sp>
        <p:nvSpPr>
          <p:cNvPr id="17" name="">
            <a:extLst xmlns:a="http://schemas.openxmlformats.org/drawingml/2006/main">
              <a:ext uri="{FF2B5EF4-FFF2-40B4-BE49-F238E27FC236}">
                <a16:creationId xmlns:a16="http://schemas.microsoft.com/office/drawing/2014/main" id="{2362B842-7F80-46EF-ADB4-F82DB898C472}"/>
              </a:ext>
            </a:extLst>
          </p:cNvPr>
          <p:cNvSpPr>
            <a:spLocks xmlns:a="http://schemas.openxmlformats.org/drawingml/2006/main" noGrp="1"/>
          </p:cNvSpPr>
          <p:nvPr/>
        </p:nvSpPr>
        <p:spPr>
          <a:xfrm xmlns:a="http://schemas.openxmlformats.org/drawingml/2006/main">
            <a:off x="1619250" y="7486650"/>
            <a:ext cx="876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28C28"/>
                </a:solidFill>
                <a:latin typeface="Calibri"/>
                <a:ea typeface="Calibri"/>
                <a:cs typeface="Calibri"/>
              </a:defRPr>
            </a:defPPr>
          </a:lstStyle>
          <a:p xmlns:a="http://schemas.openxmlformats.org/drawingml/2006/main">
            <a:pPr algn="l">
              <a:lnSpc>
                <a:spcPct val="105000"/>
              </a:lnSpc>
              <a:buNone/>
              <a:defRPr sz="2850" b="1">
                <a:solidFill>
                  <a:srgbClr val="F28C28"/>
                </a:solidFill>
                <a:latin typeface="Calibri"/>
                <a:ea typeface="Calibri"/>
                <a:cs typeface="Calibri"/>
              </a:defRPr>
            </a:pPr>
            <a:r>
              <a:rPr sz="2850" b="1">
                <a:solidFill>
                  <a:srgbClr val="F28C28"/>
                </a:solidFill>
                <a:latin typeface="Calibri"/>
                <a:ea typeface="Calibri"/>
                <a:cs typeface="Calibri"/>
              </a:rPr>
              <a:t>05</a:t>
            </a:r>
          </a:p>
        </p:txBody>
      </p:sp>
      <p:sp>
        <p:nvSpPr>
          <p:cNvPr id="18" name="">
            <a:extLst xmlns:a="http://schemas.openxmlformats.org/drawingml/2006/main">
              <a:ext uri="{FF2B5EF4-FFF2-40B4-BE49-F238E27FC236}">
                <a16:creationId xmlns:a16="http://schemas.microsoft.com/office/drawing/2014/main" id="{3AC50880-9BCE-4786-9C66-330F6AB88F72}"/>
              </a:ext>
            </a:extLst>
          </p:cNvPr>
          <p:cNvSpPr>
            <a:spLocks xmlns:a="http://schemas.openxmlformats.org/drawingml/2006/main" noGrp="1"/>
          </p:cNvSpPr>
          <p:nvPr/>
        </p:nvSpPr>
        <p:spPr>
          <a:xfrm xmlns:a="http://schemas.openxmlformats.org/drawingml/2006/main">
            <a:off x="2762250" y="74104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22A51"/>
                </a:solidFill>
                <a:latin typeface="Calibri"/>
                <a:ea typeface="Calibri"/>
                <a:cs typeface="Calibri"/>
              </a:defRPr>
            </a:defPPr>
          </a:lstStyle>
          <a:p xmlns:a="http://schemas.openxmlformats.org/drawingml/2006/main">
            <a:pPr algn="l">
              <a:lnSpc>
                <a:spcPct val="105000"/>
              </a:lnSpc>
              <a:buNone/>
              <a:defRPr sz="2400" b="1">
                <a:solidFill>
                  <a:srgbClr val="122A51"/>
                </a:solidFill>
                <a:latin typeface="Calibri"/>
                <a:ea typeface="Calibri"/>
                <a:cs typeface="Calibri"/>
              </a:defRPr>
            </a:pPr>
            <a:r>
              <a:rPr sz="2400" b="1">
                <a:solidFill>
                  <a:srgbClr val="122A51"/>
                </a:solidFill>
                <a:latin typeface="Calibri"/>
                <a:ea typeface="Calibri"/>
                <a:cs typeface="Calibri"/>
              </a:rPr>
              <a:t>Validar</a:t>
            </a:r>
          </a:p>
        </p:txBody>
      </p:sp>
      <p:sp>
        <p:nvSpPr>
          <p:cNvPr id="19" name="">
            <a:extLst xmlns:a="http://schemas.openxmlformats.org/drawingml/2006/main">
              <a:ext uri="{FF2B5EF4-FFF2-40B4-BE49-F238E27FC236}">
                <a16:creationId xmlns:a16="http://schemas.microsoft.com/office/drawing/2014/main" id="{8A54005A-0445-4411-B235-43E73B457F59}"/>
              </a:ext>
            </a:extLst>
          </p:cNvPr>
          <p:cNvSpPr>
            <a:spLocks xmlns:a="http://schemas.openxmlformats.org/drawingml/2006/main" noGrp="1"/>
          </p:cNvSpPr>
          <p:nvPr/>
        </p:nvSpPr>
        <p:spPr>
          <a:xfrm xmlns:a="http://schemas.openxmlformats.org/drawingml/2006/main">
            <a:off x="5476875" y="74295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a:solidFill>
                  <a:srgbClr val="17243A"/>
                </a:solidFill>
                <a:latin typeface="Calibri"/>
                <a:ea typeface="Calibri"/>
                <a:cs typeface="Calibri"/>
              </a:defRPr>
            </a:defPPr>
          </a:lstStyle>
          <a:p xmlns:a="http://schemas.openxmlformats.org/drawingml/2006/main">
            <a:pPr algn="l">
              <a:lnSpc>
                <a:spcPct val="105000"/>
              </a:lnSpc>
              <a:buNone/>
              <a:defRPr sz="2025">
                <a:solidFill>
                  <a:srgbClr val="17243A"/>
                </a:solidFill>
                <a:latin typeface="Calibri"/>
                <a:ea typeface="Calibri"/>
                <a:cs typeface="Calibri"/>
              </a:defRPr>
            </a:pPr>
            <a:r>
              <a:rPr sz="2025">
                <a:solidFill>
                  <a:srgbClr val="17243A"/>
                </a:solidFill>
                <a:latin typeface="Calibri"/>
                <a:ea typeface="Calibri"/>
                <a:cs typeface="Calibri"/>
              </a:rPr>
              <a:t>Medir reconocimiento, tiempos de acceso y aceptación en campo.</a:t>
            </a:r>
          </a:p>
        </p:txBody>
      </p:sp>
    </p:spTree>
    <p:extLst>
      <p:ext uri="{BB962C8B-B14F-4D97-AF65-F5344CB8AC3E}">
        <p14:creationId xmlns:p14="http://schemas.microsoft.com/office/powerpoint/2010/main" val="158994470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38341410-8CDD-44E4-8DAC-432D3C573F0F}"/>
              </a:ext>
            </a:extLst>
          </p:cNvPr>
          <p:cNvPicPr>
            <a:picLocks xmlns:a="http://schemas.openxmlformats.org/drawingml/2006/main" noChangeAspect="1"/>
          </p:cNvPicPr>
          <p:nvPr/>
        </p:nvPicPr>
        <p:blipFill>
          <a:blip xmlns:r="http://schemas.openxmlformats.org/officeDocument/2006/relationships" xmlns:a="http://schemas.openxmlformats.org/drawingml/2006/main" r:embed="Ra012d2ef55b64fab"/>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84B9721-BF97-4223-8667-83337FA908FE}"/>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5. METODOLOGÍA</a:t>
            </a:r>
          </a:p>
        </p:txBody>
      </p:sp>
      <p:sp>
        <p:nvSpPr>
          <p:cNvPr id="3" name="">
            <a:extLst xmlns:a="http://schemas.openxmlformats.org/drawingml/2006/main">
              <a:ext uri="{FF2B5EF4-FFF2-40B4-BE49-F238E27FC236}">
                <a16:creationId xmlns:a16="http://schemas.microsoft.com/office/drawing/2014/main" id="{67714056-CF94-4D29-BB04-9B4468E2DA13}"/>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Enfoque aplicado y medición cuantitativa</a:t>
            </a:r>
          </a:p>
        </p:txBody>
      </p:sp>
      <p:sp>
        <p:nvSpPr>
          <p:cNvPr id="4" name="">
            <a:extLst xmlns:a="http://schemas.openxmlformats.org/drawingml/2006/main">
              <a:ext uri="{FF2B5EF4-FFF2-40B4-BE49-F238E27FC236}">
                <a16:creationId xmlns:a16="http://schemas.microsoft.com/office/drawing/2014/main" id="{FEB7FC71-9329-4EE5-9660-D57AD89F64D5}"/>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29E1B63D-86EA-4FCA-8E88-52511F7728F0}"/>
              </a:ext>
            </a:extLst>
          </p:cNvPr>
          <p:cNvSpPr>
            <a:spLocks xmlns:a="http://schemas.openxmlformats.org/drawingml/2006/main" noGrp="1"/>
          </p:cNvSpPr>
          <p:nvPr/>
        </p:nvSpPr>
        <p:spPr>
          <a:xfrm xmlns:a="http://schemas.openxmlformats.org/drawingml/2006/main">
            <a:off x="1571625" y="2571750"/>
            <a:ext cx="4762500" cy="2333625"/>
          </a:xfrm>
          <a:prstGeom xmlns:a="http://schemas.openxmlformats.org/drawingml/2006/main" prst="roundRect">
            <a:avLst>
              <a:gd name="adj" fmla="val 7347"/>
            </a:avLst>
          </a:prstGeom>
          <a:solidFill xmlns:a="http://schemas.openxmlformats.org/drawingml/2006/main">
            <a:srgbClr val="FFFFFF"/>
          </a:solidFill>
          <a:ln xmlns:a="http://schemas.openxmlformats.org/drawingml/2006/main" w="14288">
            <a:solidFill>
              <a:srgbClr val="D8E1EB"/>
            </a:solidFill>
            <a:prstDash val="solid"/>
          </a:ln>
        </p:spPr>
      </p:sp>
      <p:sp>
        <p:nvSpPr>
          <p:cNvPr id="6" name="">
            <a:extLst xmlns:a="http://schemas.openxmlformats.org/drawingml/2006/main">
              <a:ext uri="{FF2B5EF4-FFF2-40B4-BE49-F238E27FC236}">
                <a16:creationId xmlns:a16="http://schemas.microsoft.com/office/drawing/2014/main" id="{0CCC802E-7655-4650-A00D-6E110B45A14C}"/>
              </a:ext>
            </a:extLst>
          </p:cNvPr>
          <p:cNvSpPr>
            <a:spLocks xmlns:a="http://schemas.openxmlformats.org/drawingml/2006/main" noGrp="1"/>
          </p:cNvSpPr>
          <p:nvPr/>
        </p:nvSpPr>
        <p:spPr>
          <a:xfrm xmlns:a="http://schemas.openxmlformats.org/drawingml/2006/main">
            <a:off x="1571625" y="2571750"/>
            <a:ext cx="114300" cy="2333625"/>
          </a:xfrm>
          <a:prstGeom xmlns:a="http://schemas.openxmlformats.org/drawingml/2006/main" prst="rect">
            <a:avLst/>
          </a:prstGeom>
          <a:solidFill xmlns:a="http://schemas.openxmlformats.org/drawingml/2006/main">
            <a:srgbClr val="0876B9"/>
          </a:solidFill>
          <a:ln xmlns:a="http://schemas.openxmlformats.org/drawingml/2006/main" w="14288">
            <a:solidFill>
              <a:srgbClr val="0876B9"/>
            </a:solidFill>
            <a:prstDash val="solid"/>
          </a:ln>
        </p:spPr>
      </p:sp>
      <p:sp>
        <p:nvSpPr>
          <p:cNvPr id="7" name="">
            <a:extLst xmlns:a="http://schemas.openxmlformats.org/drawingml/2006/main">
              <a:ext uri="{FF2B5EF4-FFF2-40B4-BE49-F238E27FC236}">
                <a16:creationId xmlns:a16="http://schemas.microsoft.com/office/drawing/2014/main" id="{67AD8AC4-A246-477D-84B3-5283C9944EFF}"/>
              </a:ext>
            </a:extLst>
          </p:cNvPr>
          <p:cNvSpPr>
            <a:spLocks xmlns:a="http://schemas.openxmlformats.org/drawingml/2006/main" noGrp="1"/>
          </p:cNvSpPr>
          <p:nvPr/>
        </p:nvSpPr>
        <p:spPr>
          <a:xfrm xmlns:a="http://schemas.openxmlformats.org/drawingml/2006/main">
            <a:off x="1857375" y="2781300"/>
            <a:ext cx="423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Tipo</a:t>
            </a:r>
          </a:p>
        </p:txBody>
      </p:sp>
      <p:sp>
        <p:nvSpPr>
          <p:cNvPr id="8" name="">
            <a:extLst xmlns:a="http://schemas.openxmlformats.org/drawingml/2006/main">
              <a:ext uri="{FF2B5EF4-FFF2-40B4-BE49-F238E27FC236}">
                <a16:creationId xmlns:a16="http://schemas.microsoft.com/office/drawing/2014/main" id="{7A56F802-6BE7-4A61-A56B-C307607D3B34}"/>
              </a:ext>
            </a:extLst>
          </p:cNvPr>
          <p:cNvSpPr>
            <a:spLocks xmlns:a="http://schemas.openxmlformats.org/drawingml/2006/main" noGrp="1"/>
          </p:cNvSpPr>
          <p:nvPr/>
        </p:nvSpPr>
        <p:spPr>
          <a:xfrm xmlns:a="http://schemas.openxmlformats.org/drawingml/2006/main">
            <a:off x="1857375" y="3371850"/>
            <a:ext cx="421005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a:solidFill>
                  <a:srgbClr val="17243A"/>
                </a:solidFill>
                <a:latin typeface="Calibri"/>
                <a:ea typeface="Calibri"/>
                <a:cs typeface="Calibri"/>
              </a:defRPr>
            </a:defPPr>
          </a:lstStyle>
          <a:p xmlns:a="http://schemas.openxmlformats.org/drawingml/2006/main">
            <a:pPr algn="l">
              <a:lnSpc>
                <a:spcPct val="108000"/>
              </a:lnSpc>
              <a:buNone/>
              <a:defRPr sz="1950">
                <a:solidFill>
                  <a:srgbClr val="17243A"/>
                </a:solidFill>
                <a:latin typeface="Calibri"/>
                <a:ea typeface="Calibri"/>
                <a:cs typeface="Calibri"/>
              </a:defRPr>
            </a:pPr>
            <a:r>
              <a:rPr sz="1950">
                <a:solidFill>
                  <a:srgbClr val="17243A"/>
                </a:solidFill>
                <a:latin typeface="Calibri"/>
                <a:ea typeface="Calibri"/>
                <a:cs typeface="Calibri"/>
              </a:rPr>
              <a:t>Investigación aplicada: busca resolver una necesidad operativa de la UPC.</a:t>
            </a:r>
          </a:p>
        </p:txBody>
      </p:sp>
      <p:sp>
        <p:nvSpPr>
          <p:cNvPr id="9" name="">
            <a:extLst xmlns:a="http://schemas.openxmlformats.org/drawingml/2006/main">
              <a:ext uri="{FF2B5EF4-FFF2-40B4-BE49-F238E27FC236}">
                <a16:creationId xmlns:a16="http://schemas.microsoft.com/office/drawing/2014/main" id="{E5CE5E26-77BB-4CC9-8634-A63C758E4FCC}"/>
              </a:ext>
            </a:extLst>
          </p:cNvPr>
          <p:cNvSpPr>
            <a:spLocks xmlns:a="http://schemas.openxmlformats.org/drawingml/2006/main" noGrp="1"/>
          </p:cNvSpPr>
          <p:nvPr/>
        </p:nvSpPr>
        <p:spPr>
          <a:xfrm xmlns:a="http://schemas.openxmlformats.org/drawingml/2006/main">
            <a:off x="6762750" y="2571750"/>
            <a:ext cx="4762500" cy="2333625"/>
          </a:xfrm>
          <a:prstGeom xmlns:a="http://schemas.openxmlformats.org/drawingml/2006/main" prst="roundRect">
            <a:avLst>
              <a:gd name="adj" fmla="val 7347"/>
            </a:avLst>
          </a:prstGeom>
          <a:solidFill xmlns:a="http://schemas.openxmlformats.org/drawingml/2006/main">
            <a:srgbClr val="FFFFFF"/>
          </a:solidFill>
          <a:ln xmlns:a="http://schemas.openxmlformats.org/drawingml/2006/main" w="14288">
            <a:solidFill>
              <a:srgbClr val="D8E1EB"/>
            </a:solidFill>
            <a:prstDash val="solid"/>
          </a:ln>
        </p:spPr>
      </p:sp>
      <p:sp>
        <p:nvSpPr>
          <p:cNvPr id="10" name="">
            <a:extLst xmlns:a="http://schemas.openxmlformats.org/drawingml/2006/main">
              <a:ext uri="{FF2B5EF4-FFF2-40B4-BE49-F238E27FC236}">
                <a16:creationId xmlns:a16="http://schemas.microsoft.com/office/drawing/2014/main" id="{0121B728-3079-4636-B1E9-5BC373349EF3}"/>
              </a:ext>
            </a:extLst>
          </p:cNvPr>
          <p:cNvSpPr>
            <a:spLocks xmlns:a="http://schemas.openxmlformats.org/drawingml/2006/main" noGrp="1"/>
          </p:cNvSpPr>
          <p:nvPr/>
        </p:nvSpPr>
        <p:spPr>
          <a:xfrm xmlns:a="http://schemas.openxmlformats.org/drawingml/2006/main">
            <a:off x="6762750" y="2571750"/>
            <a:ext cx="114300" cy="2333625"/>
          </a:xfrm>
          <a:prstGeom xmlns:a="http://schemas.openxmlformats.org/drawingml/2006/main" prst="rect">
            <a:avLst/>
          </a:prstGeom>
          <a:solidFill xmlns:a="http://schemas.openxmlformats.org/drawingml/2006/main">
            <a:srgbClr val="F28C28"/>
          </a:solidFill>
          <a:ln xmlns:a="http://schemas.openxmlformats.org/drawingml/2006/main" w="14288">
            <a:solidFill>
              <a:srgbClr val="F28C28"/>
            </a:solidFill>
            <a:prstDash val="solid"/>
          </a:ln>
        </p:spPr>
      </p:sp>
      <p:sp>
        <p:nvSpPr>
          <p:cNvPr id="11" name="">
            <a:extLst xmlns:a="http://schemas.openxmlformats.org/drawingml/2006/main">
              <a:ext uri="{FF2B5EF4-FFF2-40B4-BE49-F238E27FC236}">
                <a16:creationId xmlns:a16="http://schemas.microsoft.com/office/drawing/2014/main" id="{F0A78F8F-F01C-4A01-9880-3E8C140DB7A2}"/>
              </a:ext>
            </a:extLst>
          </p:cNvPr>
          <p:cNvSpPr>
            <a:spLocks xmlns:a="http://schemas.openxmlformats.org/drawingml/2006/main" noGrp="1"/>
          </p:cNvSpPr>
          <p:nvPr/>
        </p:nvSpPr>
        <p:spPr>
          <a:xfrm xmlns:a="http://schemas.openxmlformats.org/drawingml/2006/main">
            <a:off x="7048500" y="2781300"/>
            <a:ext cx="423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Enfoque</a:t>
            </a:r>
          </a:p>
        </p:txBody>
      </p:sp>
      <p:sp>
        <p:nvSpPr>
          <p:cNvPr id="12" name="">
            <a:extLst xmlns:a="http://schemas.openxmlformats.org/drawingml/2006/main">
              <a:ext uri="{FF2B5EF4-FFF2-40B4-BE49-F238E27FC236}">
                <a16:creationId xmlns:a16="http://schemas.microsoft.com/office/drawing/2014/main" id="{7DF7F0E9-B7D2-4DE8-A26F-A0BA2E27A1FF}"/>
              </a:ext>
            </a:extLst>
          </p:cNvPr>
          <p:cNvSpPr>
            <a:spLocks xmlns:a="http://schemas.openxmlformats.org/drawingml/2006/main" noGrp="1"/>
          </p:cNvSpPr>
          <p:nvPr/>
        </p:nvSpPr>
        <p:spPr>
          <a:xfrm xmlns:a="http://schemas.openxmlformats.org/drawingml/2006/main">
            <a:off x="7048500" y="3371850"/>
            <a:ext cx="421005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a:solidFill>
                  <a:srgbClr val="17243A"/>
                </a:solidFill>
                <a:latin typeface="Calibri"/>
                <a:ea typeface="Calibri"/>
                <a:cs typeface="Calibri"/>
              </a:defRPr>
            </a:defPPr>
          </a:lstStyle>
          <a:p xmlns:a="http://schemas.openxmlformats.org/drawingml/2006/main">
            <a:pPr algn="l">
              <a:lnSpc>
                <a:spcPct val="108000"/>
              </a:lnSpc>
              <a:buNone/>
              <a:defRPr sz="1950">
                <a:solidFill>
                  <a:srgbClr val="17243A"/>
                </a:solidFill>
                <a:latin typeface="Calibri"/>
                <a:ea typeface="Calibri"/>
                <a:cs typeface="Calibri"/>
              </a:defRPr>
            </a:pPr>
            <a:r>
              <a:rPr sz="1950">
                <a:solidFill>
                  <a:srgbClr val="17243A"/>
                </a:solidFill>
                <a:latin typeface="Calibri"/>
                <a:ea typeface="Calibri"/>
                <a:cs typeface="Calibri"/>
              </a:rPr>
              <a:t>Cuantitativo: tiempos, errores de registro y rendimiento del reconocimiento.</a:t>
            </a:r>
          </a:p>
        </p:txBody>
      </p:sp>
      <p:sp>
        <p:nvSpPr>
          <p:cNvPr id="13" name="">
            <a:extLst xmlns:a="http://schemas.openxmlformats.org/drawingml/2006/main">
              <a:ext uri="{FF2B5EF4-FFF2-40B4-BE49-F238E27FC236}">
                <a16:creationId xmlns:a16="http://schemas.microsoft.com/office/drawing/2014/main" id="{78F58E96-8848-49CC-9741-7FE913AF39AA}"/>
              </a:ext>
            </a:extLst>
          </p:cNvPr>
          <p:cNvSpPr>
            <a:spLocks xmlns:a="http://schemas.openxmlformats.org/drawingml/2006/main" noGrp="1"/>
          </p:cNvSpPr>
          <p:nvPr/>
        </p:nvSpPr>
        <p:spPr>
          <a:xfrm xmlns:a="http://schemas.openxmlformats.org/drawingml/2006/main">
            <a:off x="11953875" y="2571750"/>
            <a:ext cx="4762500" cy="2333625"/>
          </a:xfrm>
          <a:prstGeom xmlns:a="http://schemas.openxmlformats.org/drawingml/2006/main" prst="roundRect">
            <a:avLst>
              <a:gd name="adj" fmla="val 7347"/>
            </a:avLst>
          </a:prstGeom>
          <a:solidFill xmlns:a="http://schemas.openxmlformats.org/drawingml/2006/main">
            <a:srgbClr val="FFFFFF"/>
          </a:solidFill>
          <a:ln xmlns:a="http://schemas.openxmlformats.org/drawingml/2006/main" w="14288">
            <a:solidFill>
              <a:srgbClr val="D8E1EB"/>
            </a:solidFill>
            <a:prstDash val="solid"/>
          </a:ln>
        </p:spPr>
      </p:sp>
      <p:sp>
        <p:nvSpPr>
          <p:cNvPr id="14" name="">
            <a:extLst xmlns:a="http://schemas.openxmlformats.org/drawingml/2006/main">
              <a:ext uri="{FF2B5EF4-FFF2-40B4-BE49-F238E27FC236}">
                <a16:creationId xmlns:a16="http://schemas.microsoft.com/office/drawing/2014/main" id="{184139E6-3727-4E14-8A01-A7DAB3EE9EF0}"/>
              </a:ext>
            </a:extLst>
          </p:cNvPr>
          <p:cNvSpPr>
            <a:spLocks xmlns:a="http://schemas.openxmlformats.org/drawingml/2006/main" noGrp="1"/>
          </p:cNvSpPr>
          <p:nvPr/>
        </p:nvSpPr>
        <p:spPr>
          <a:xfrm xmlns:a="http://schemas.openxmlformats.org/drawingml/2006/main">
            <a:off x="11953875" y="2571750"/>
            <a:ext cx="114300" cy="2333625"/>
          </a:xfrm>
          <a:prstGeom xmlns:a="http://schemas.openxmlformats.org/drawingml/2006/main" prst="rect">
            <a:avLst/>
          </a:prstGeom>
          <a:solidFill xmlns:a="http://schemas.openxmlformats.org/drawingml/2006/main">
            <a:srgbClr val="55A630"/>
          </a:solidFill>
          <a:ln xmlns:a="http://schemas.openxmlformats.org/drawingml/2006/main" w="14288">
            <a:solidFill>
              <a:srgbClr val="55A630"/>
            </a:solidFill>
            <a:prstDash val="solid"/>
          </a:ln>
        </p:spPr>
      </p:sp>
      <p:sp>
        <p:nvSpPr>
          <p:cNvPr id="15" name="">
            <a:extLst xmlns:a="http://schemas.openxmlformats.org/drawingml/2006/main">
              <a:ext uri="{FF2B5EF4-FFF2-40B4-BE49-F238E27FC236}">
                <a16:creationId xmlns:a16="http://schemas.microsoft.com/office/drawing/2014/main" id="{000F59E3-7D33-45A7-8A6A-59753864D822}"/>
              </a:ext>
            </a:extLst>
          </p:cNvPr>
          <p:cNvSpPr>
            <a:spLocks xmlns:a="http://schemas.openxmlformats.org/drawingml/2006/main" noGrp="1"/>
          </p:cNvSpPr>
          <p:nvPr/>
        </p:nvSpPr>
        <p:spPr>
          <a:xfrm xmlns:a="http://schemas.openxmlformats.org/drawingml/2006/main">
            <a:off x="12239625" y="2781300"/>
            <a:ext cx="423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Diseño</a:t>
            </a:r>
          </a:p>
        </p:txBody>
      </p:sp>
      <p:sp>
        <p:nvSpPr>
          <p:cNvPr id="16" name="">
            <a:extLst xmlns:a="http://schemas.openxmlformats.org/drawingml/2006/main">
              <a:ext uri="{FF2B5EF4-FFF2-40B4-BE49-F238E27FC236}">
                <a16:creationId xmlns:a16="http://schemas.microsoft.com/office/drawing/2014/main" id="{52FBB4FD-74F3-4A9D-8E51-74912E8CE83D}"/>
              </a:ext>
            </a:extLst>
          </p:cNvPr>
          <p:cNvSpPr>
            <a:spLocks xmlns:a="http://schemas.openxmlformats.org/drawingml/2006/main" noGrp="1"/>
          </p:cNvSpPr>
          <p:nvPr/>
        </p:nvSpPr>
        <p:spPr>
          <a:xfrm xmlns:a="http://schemas.openxmlformats.org/drawingml/2006/main">
            <a:off x="12239625" y="3371850"/>
            <a:ext cx="421005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a:solidFill>
                  <a:srgbClr val="17243A"/>
                </a:solidFill>
                <a:latin typeface="Calibri"/>
                <a:ea typeface="Calibri"/>
                <a:cs typeface="Calibri"/>
              </a:defRPr>
            </a:defPPr>
          </a:lstStyle>
          <a:p xmlns:a="http://schemas.openxmlformats.org/drawingml/2006/main">
            <a:pPr algn="l">
              <a:lnSpc>
                <a:spcPct val="108000"/>
              </a:lnSpc>
              <a:buNone/>
              <a:defRPr sz="1950">
                <a:solidFill>
                  <a:srgbClr val="17243A"/>
                </a:solidFill>
                <a:latin typeface="Calibri"/>
                <a:ea typeface="Calibri"/>
                <a:cs typeface="Calibri"/>
              </a:defRPr>
            </a:pPr>
            <a:r>
              <a:rPr sz="1950">
                <a:solidFill>
                  <a:srgbClr val="17243A"/>
                </a:solidFill>
                <a:latin typeface="Calibri"/>
                <a:ea typeface="Calibri"/>
                <a:cs typeface="Calibri"/>
              </a:rPr>
              <a:t>Desarrollo tecnológico, no experimental y de campo.</a:t>
            </a:r>
          </a:p>
        </p:txBody>
      </p:sp>
      <p:sp>
        <p:nvSpPr>
          <p:cNvPr id="17" name="">
            <a:extLst xmlns:a="http://schemas.openxmlformats.org/drawingml/2006/main">
              <a:ext uri="{FF2B5EF4-FFF2-40B4-BE49-F238E27FC236}">
                <a16:creationId xmlns:a16="http://schemas.microsoft.com/office/drawing/2014/main" id="{CFFA1261-8E8F-4A4A-92CA-66F8E681487A}"/>
              </a:ext>
            </a:extLst>
          </p:cNvPr>
          <p:cNvSpPr>
            <a:spLocks xmlns:a="http://schemas.openxmlformats.org/drawingml/2006/main" noGrp="1"/>
          </p:cNvSpPr>
          <p:nvPr/>
        </p:nvSpPr>
        <p:spPr>
          <a:xfrm xmlns:a="http://schemas.openxmlformats.org/drawingml/2006/main">
            <a:off x="1905000" y="566737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22A51"/>
                </a:solidFill>
                <a:latin typeface="Calibri"/>
                <a:ea typeface="Calibri"/>
                <a:cs typeface="Calibri"/>
              </a:defRPr>
            </a:defPPr>
          </a:lstStyle>
          <a:p xmlns:a="http://schemas.openxmlformats.org/drawingml/2006/main">
            <a:pPr algn="l">
              <a:lnSpc>
                <a:spcPct val="105000"/>
              </a:lnSpc>
              <a:buNone/>
              <a:defRPr sz="1950" b="1">
                <a:solidFill>
                  <a:srgbClr val="122A51"/>
                </a:solidFill>
                <a:latin typeface="Calibri"/>
                <a:ea typeface="Calibri"/>
                <a:cs typeface="Calibri"/>
              </a:defRPr>
            </a:pPr>
            <a:r>
              <a:rPr sz="1950" b="1">
                <a:solidFill>
                  <a:srgbClr val="122A51"/>
                </a:solidFill>
                <a:latin typeface="Calibri"/>
                <a:ea typeface="Calibri"/>
                <a:cs typeface="Calibri"/>
              </a:rPr>
              <a:t>Población</a:t>
            </a:r>
          </a:p>
        </p:txBody>
      </p:sp>
      <p:sp>
        <p:nvSpPr>
          <p:cNvPr id="18" name="">
            <a:extLst xmlns:a="http://schemas.openxmlformats.org/drawingml/2006/main">
              <a:ext uri="{FF2B5EF4-FFF2-40B4-BE49-F238E27FC236}">
                <a16:creationId xmlns:a16="http://schemas.microsoft.com/office/drawing/2014/main" id="{183C5B56-1786-4BB8-8200-8E41E99B6FEC}"/>
              </a:ext>
            </a:extLst>
          </p:cNvPr>
          <p:cNvSpPr>
            <a:spLocks xmlns:a="http://schemas.openxmlformats.org/drawingml/2006/main" noGrp="1"/>
          </p:cNvSpPr>
          <p:nvPr/>
        </p:nvSpPr>
        <p:spPr>
          <a:xfrm xmlns:a="http://schemas.openxmlformats.org/drawingml/2006/main">
            <a:off x="4524375" y="5619750"/>
            <a:ext cx="11430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a:solidFill>
                  <a:srgbClr val="17243A"/>
                </a:solidFill>
                <a:latin typeface="Calibri"/>
                <a:ea typeface="Calibri"/>
                <a:cs typeface="Calibri"/>
              </a:defRPr>
            </a:defPPr>
          </a:lstStyle>
          <a:p xmlns:a="http://schemas.openxmlformats.org/drawingml/2006/main">
            <a:pPr algn="l">
              <a:lnSpc>
                <a:spcPct val="105000"/>
              </a:lnSpc>
              <a:buNone/>
              <a:defRPr sz="1950">
                <a:solidFill>
                  <a:srgbClr val="17243A"/>
                </a:solidFill>
                <a:latin typeface="Calibri"/>
                <a:ea typeface="Calibri"/>
                <a:cs typeface="Calibri"/>
              </a:defRPr>
            </a:pPr>
            <a:r>
              <a:rPr sz="1950">
                <a:solidFill>
                  <a:srgbClr val="17243A"/>
                </a:solidFill>
                <a:latin typeface="Calibri"/>
                <a:ea typeface="Calibri"/>
                <a:cs typeface="Calibri"/>
              </a:rPr>
              <a:t>Personas que ingresan motocicletas: estudiantes, docentes, personal administrativo y visitantes.</a:t>
            </a:r>
          </a:p>
        </p:txBody>
      </p:sp>
      <p:sp>
        <p:nvSpPr>
          <p:cNvPr id="19" name="">
            <a:extLst xmlns:a="http://schemas.openxmlformats.org/drawingml/2006/main">
              <a:ext uri="{FF2B5EF4-FFF2-40B4-BE49-F238E27FC236}">
                <a16:creationId xmlns:a16="http://schemas.microsoft.com/office/drawing/2014/main" id="{39923FC2-6ED7-4444-AA4C-1F92509E49ED}"/>
              </a:ext>
            </a:extLst>
          </p:cNvPr>
          <p:cNvSpPr>
            <a:spLocks xmlns:a="http://schemas.openxmlformats.org/drawingml/2006/main" noGrp="1"/>
          </p:cNvSpPr>
          <p:nvPr/>
        </p:nvSpPr>
        <p:spPr>
          <a:xfrm xmlns:a="http://schemas.openxmlformats.org/drawingml/2006/main">
            <a:off x="1905000" y="65246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22A51"/>
                </a:solidFill>
                <a:latin typeface="Calibri"/>
                <a:ea typeface="Calibri"/>
                <a:cs typeface="Calibri"/>
              </a:defRPr>
            </a:defPPr>
          </a:lstStyle>
          <a:p xmlns:a="http://schemas.openxmlformats.org/drawingml/2006/main">
            <a:pPr algn="l">
              <a:lnSpc>
                <a:spcPct val="105000"/>
              </a:lnSpc>
              <a:buNone/>
              <a:defRPr sz="1950" b="1">
                <a:solidFill>
                  <a:srgbClr val="122A51"/>
                </a:solidFill>
                <a:latin typeface="Calibri"/>
                <a:ea typeface="Calibri"/>
                <a:cs typeface="Calibri"/>
              </a:defRPr>
            </a:pPr>
            <a:r>
              <a:rPr sz="1950" b="1">
                <a:solidFill>
                  <a:srgbClr val="122A51"/>
                </a:solidFill>
                <a:latin typeface="Calibri"/>
                <a:ea typeface="Calibri"/>
                <a:cs typeface="Calibri"/>
              </a:rPr>
              <a:t>Técnicas</a:t>
            </a:r>
          </a:p>
        </p:txBody>
      </p:sp>
      <p:sp>
        <p:nvSpPr>
          <p:cNvPr id="20" name="">
            <a:extLst xmlns:a="http://schemas.openxmlformats.org/drawingml/2006/main">
              <a:ext uri="{FF2B5EF4-FFF2-40B4-BE49-F238E27FC236}">
                <a16:creationId xmlns:a16="http://schemas.microsoft.com/office/drawing/2014/main" id="{0A399DCE-1289-47F4-A6B0-41269E193262}"/>
              </a:ext>
            </a:extLst>
          </p:cNvPr>
          <p:cNvSpPr>
            <a:spLocks xmlns:a="http://schemas.openxmlformats.org/drawingml/2006/main" noGrp="1"/>
          </p:cNvSpPr>
          <p:nvPr/>
        </p:nvSpPr>
        <p:spPr>
          <a:xfrm xmlns:a="http://schemas.openxmlformats.org/drawingml/2006/main">
            <a:off x="4524375" y="6477000"/>
            <a:ext cx="11430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a:solidFill>
                  <a:srgbClr val="17243A"/>
                </a:solidFill>
                <a:latin typeface="Calibri"/>
                <a:ea typeface="Calibri"/>
                <a:cs typeface="Calibri"/>
              </a:defRPr>
            </a:defPPr>
          </a:lstStyle>
          <a:p xmlns:a="http://schemas.openxmlformats.org/drawingml/2006/main">
            <a:pPr algn="l">
              <a:lnSpc>
                <a:spcPct val="105000"/>
              </a:lnSpc>
              <a:buNone/>
              <a:defRPr sz="1950">
                <a:solidFill>
                  <a:srgbClr val="17243A"/>
                </a:solidFill>
                <a:latin typeface="Calibri"/>
                <a:ea typeface="Calibri"/>
                <a:cs typeface="Calibri"/>
              </a:defRPr>
            </a:pPr>
            <a:r>
              <a:rPr sz="1950">
                <a:solidFill>
                  <a:srgbClr val="17243A"/>
                </a:solidFill>
                <a:latin typeface="Calibri"/>
                <a:ea typeface="Calibri"/>
                <a:cs typeface="Calibri"/>
              </a:rPr>
              <a:t>Observación directa, entrevistas a vigilancia, medición de tiempos y pruebas funcionales.</a:t>
            </a:r>
          </a:p>
        </p:txBody>
      </p:sp>
    </p:spTree>
    <p:extLst>
      <p:ext uri="{BB962C8B-B14F-4D97-AF65-F5344CB8AC3E}">
        <p14:creationId xmlns:p14="http://schemas.microsoft.com/office/powerpoint/2010/main" val="66806034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F19B4D2B-0206-42E3-B99F-DAF2CB2E75BB}"/>
              </a:ext>
            </a:extLst>
          </p:cNvPr>
          <p:cNvPicPr>
            <a:picLocks xmlns:a="http://schemas.openxmlformats.org/drawingml/2006/main" noChangeAspect="1"/>
          </p:cNvPicPr>
          <p:nvPr/>
        </p:nvPicPr>
        <p:blipFill>
          <a:blip xmlns:r="http://schemas.openxmlformats.org/officeDocument/2006/relationships" xmlns:a="http://schemas.openxmlformats.org/drawingml/2006/main" r:embed="Rde71642a05e544f3"/>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75F1960-30E9-4199-89EA-01764BBA54DB}"/>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5. METODOLOGÍA</a:t>
            </a:r>
          </a:p>
        </p:txBody>
      </p:sp>
      <p:sp>
        <p:nvSpPr>
          <p:cNvPr id="3" name="">
            <a:extLst xmlns:a="http://schemas.openxmlformats.org/drawingml/2006/main">
              <a:ext uri="{FF2B5EF4-FFF2-40B4-BE49-F238E27FC236}">
                <a16:creationId xmlns:a16="http://schemas.microsoft.com/office/drawing/2014/main" id="{F60670E9-9666-4A32-A151-BB32B51DEBF9}"/>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Scrum y validación del desempeño</a:t>
            </a:r>
          </a:p>
        </p:txBody>
      </p:sp>
      <p:sp>
        <p:nvSpPr>
          <p:cNvPr id="4" name="">
            <a:extLst xmlns:a="http://schemas.openxmlformats.org/drawingml/2006/main">
              <a:ext uri="{FF2B5EF4-FFF2-40B4-BE49-F238E27FC236}">
                <a16:creationId xmlns:a16="http://schemas.microsoft.com/office/drawing/2014/main" id="{E89EE42E-A906-4097-90FF-459B11E12B24}"/>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7E94DCC5-F096-44CC-B68A-D20DF58FC3B8}"/>
              </a:ext>
            </a:extLst>
          </p:cNvPr>
          <p:cNvSpPr>
            <a:spLocks xmlns:a="http://schemas.openxmlformats.org/drawingml/2006/main" noGrp="1"/>
          </p:cNvSpPr>
          <p:nvPr/>
        </p:nvSpPr>
        <p:spPr>
          <a:xfrm xmlns:a="http://schemas.openxmlformats.org/drawingml/2006/main">
            <a:off x="1571625" y="3000375"/>
            <a:ext cx="3333750" cy="19050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4288">
            <a:solidFill>
              <a:srgbClr val="C9D5E4"/>
            </a:solidFill>
            <a:prstDash val="solid"/>
          </a:ln>
        </p:spPr>
      </p:sp>
      <p:sp>
        <p:nvSpPr>
          <p:cNvPr id="6" name="">
            <a:extLst xmlns:a="http://schemas.openxmlformats.org/drawingml/2006/main">
              <a:ext uri="{FF2B5EF4-FFF2-40B4-BE49-F238E27FC236}">
                <a16:creationId xmlns:a16="http://schemas.microsoft.com/office/drawing/2014/main" id="{CF4135BF-6816-43D1-88A5-4AC2641DEB61}"/>
              </a:ext>
            </a:extLst>
          </p:cNvPr>
          <p:cNvSpPr>
            <a:spLocks xmlns:a="http://schemas.openxmlformats.org/drawingml/2006/main" noGrp="1"/>
          </p:cNvSpPr>
          <p:nvPr/>
        </p:nvSpPr>
        <p:spPr>
          <a:xfrm xmlns:a="http://schemas.openxmlformats.org/drawingml/2006/main">
            <a:off x="1743075" y="3190875"/>
            <a:ext cx="2990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0876B9"/>
                </a:solidFill>
                <a:latin typeface="Calibri"/>
                <a:ea typeface="Calibri"/>
                <a:cs typeface="Calibri"/>
              </a:defRPr>
            </a:defPPr>
          </a:lstStyle>
          <a:p xmlns:a="http://schemas.openxmlformats.org/drawingml/2006/main">
            <a:pPr algn="ctr">
              <a:lnSpc>
                <a:spcPct val="105000"/>
              </a:lnSpc>
              <a:buNone/>
              <a:defRPr sz="2025" b="1">
                <a:solidFill>
                  <a:srgbClr val="0876B9"/>
                </a:solidFill>
                <a:latin typeface="Calibri"/>
                <a:ea typeface="Calibri"/>
                <a:cs typeface="Calibri"/>
              </a:defRPr>
            </a:pPr>
            <a:r>
              <a:rPr sz="2025" b="1">
                <a:solidFill>
                  <a:srgbClr val="0876B9"/>
                </a:solidFill>
                <a:latin typeface="Calibri"/>
                <a:ea typeface="Calibri"/>
                <a:cs typeface="Calibri"/>
              </a:rPr>
              <a:t>Planear</a:t>
            </a:r>
          </a:p>
        </p:txBody>
      </p:sp>
      <p:sp>
        <p:nvSpPr>
          <p:cNvPr id="7" name="">
            <a:extLst xmlns:a="http://schemas.openxmlformats.org/drawingml/2006/main">
              <a:ext uri="{FF2B5EF4-FFF2-40B4-BE49-F238E27FC236}">
                <a16:creationId xmlns:a16="http://schemas.microsoft.com/office/drawing/2014/main" id="{FC8ACCB8-9011-455A-AD47-89FD15B809C1}"/>
              </a:ext>
            </a:extLst>
          </p:cNvPr>
          <p:cNvSpPr>
            <a:spLocks xmlns:a="http://schemas.openxmlformats.org/drawingml/2006/main" noGrp="1"/>
          </p:cNvSpPr>
          <p:nvPr/>
        </p:nvSpPr>
        <p:spPr>
          <a:xfrm xmlns:a="http://schemas.openxmlformats.org/drawingml/2006/main">
            <a:off x="1781175" y="3762375"/>
            <a:ext cx="29146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Historias y criterios</a:t>
            </a:r>
          </a:p>
        </p:txBody>
      </p:sp>
      <p:sp>
        <p:nvSpPr>
          <p:cNvPr id="8" name="">
            <a:extLst xmlns:a="http://schemas.openxmlformats.org/drawingml/2006/main">
              <a:ext uri="{FF2B5EF4-FFF2-40B4-BE49-F238E27FC236}">
                <a16:creationId xmlns:a16="http://schemas.microsoft.com/office/drawing/2014/main" id="{2448B42C-D5BF-402E-8C88-C04AC4EE8A7F}"/>
              </a:ext>
            </a:extLst>
          </p:cNvPr>
          <p:cNvSpPr>
            <a:spLocks xmlns:a="http://schemas.openxmlformats.org/drawingml/2006/main" noGrp="1"/>
          </p:cNvSpPr>
          <p:nvPr/>
        </p:nvSpPr>
        <p:spPr>
          <a:xfrm xmlns:a="http://schemas.openxmlformats.org/drawingml/2006/main">
            <a:off x="5000625" y="3762375"/>
            <a:ext cx="495300" cy="342900"/>
          </a:xfrm>
          <a:prstGeom xmlns:a="http://schemas.openxmlformats.org/drawingml/2006/main" prst="rightArrow">
            <a:avLst/>
          </a:prstGeom>
          <a:solidFill xmlns:a="http://schemas.openxmlformats.org/drawingml/2006/main">
            <a:srgbClr val="F28C28"/>
          </a:solidFill>
          <a:ln xmlns:a="http://schemas.openxmlformats.org/drawingml/2006/main" w="9525">
            <a:solidFill>
              <a:srgbClr val="F28C28"/>
            </a:solidFill>
            <a:prstDash val="solid"/>
          </a:ln>
        </p:spPr>
      </p:sp>
      <p:sp>
        <p:nvSpPr>
          <p:cNvPr id="9" name="">
            <a:extLst xmlns:a="http://schemas.openxmlformats.org/drawingml/2006/main">
              <a:ext uri="{FF2B5EF4-FFF2-40B4-BE49-F238E27FC236}">
                <a16:creationId xmlns:a16="http://schemas.microsoft.com/office/drawing/2014/main" id="{9F1F5AC6-ACD7-433B-AAE3-C847619087D4}"/>
              </a:ext>
            </a:extLst>
          </p:cNvPr>
          <p:cNvSpPr>
            <a:spLocks xmlns:a="http://schemas.openxmlformats.org/drawingml/2006/main" noGrp="1"/>
          </p:cNvSpPr>
          <p:nvPr/>
        </p:nvSpPr>
        <p:spPr>
          <a:xfrm xmlns:a="http://schemas.openxmlformats.org/drawingml/2006/main">
            <a:off x="5572125" y="3000375"/>
            <a:ext cx="3333750" cy="19050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4288">
            <a:solidFill>
              <a:srgbClr val="C9D5E4"/>
            </a:solidFill>
            <a:prstDash val="solid"/>
          </a:ln>
        </p:spPr>
      </p:sp>
      <p:sp>
        <p:nvSpPr>
          <p:cNvPr id="10" name="">
            <a:extLst xmlns:a="http://schemas.openxmlformats.org/drawingml/2006/main">
              <a:ext uri="{FF2B5EF4-FFF2-40B4-BE49-F238E27FC236}">
                <a16:creationId xmlns:a16="http://schemas.microsoft.com/office/drawing/2014/main" id="{D01479C9-6F8E-4334-954F-290CD7CAEEB9}"/>
              </a:ext>
            </a:extLst>
          </p:cNvPr>
          <p:cNvSpPr>
            <a:spLocks xmlns:a="http://schemas.openxmlformats.org/drawingml/2006/main" noGrp="1"/>
          </p:cNvSpPr>
          <p:nvPr/>
        </p:nvSpPr>
        <p:spPr>
          <a:xfrm xmlns:a="http://schemas.openxmlformats.org/drawingml/2006/main">
            <a:off x="5743575" y="3190875"/>
            <a:ext cx="2990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F28C28"/>
                </a:solidFill>
                <a:latin typeface="Calibri"/>
                <a:ea typeface="Calibri"/>
                <a:cs typeface="Calibri"/>
              </a:defRPr>
            </a:defPPr>
          </a:lstStyle>
          <a:p xmlns:a="http://schemas.openxmlformats.org/drawingml/2006/main">
            <a:pPr algn="ctr">
              <a:lnSpc>
                <a:spcPct val="105000"/>
              </a:lnSpc>
              <a:buNone/>
              <a:defRPr sz="2025" b="1">
                <a:solidFill>
                  <a:srgbClr val="F28C28"/>
                </a:solidFill>
                <a:latin typeface="Calibri"/>
                <a:ea typeface="Calibri"/>
                <a:cs typeface="Calibri"/>
              </a:defRPr>
            </a:pPr>
            <a:r>
              <a:rPr sz="2025" b="1">
                <a:solidFill>
                  <a:srgbClr val="F28C28"/>
                </a:solidFill>
                <a:latin typeface="Calibri"/>
                <a:ea typeface="Calibri"/>
                <a:cs typeface="Calibri"/>
              </a:rPr>
              <a:t>Construir</a:t>
            </a:r>
          </a:p>
        </p:txBody>
      </p:sp>
      <p:sp>
        <p:nvSpPr>
          <p:cNvPr id="11" name="">
            <a:extLst xmlns:a="http://schemas.openxmlformats.org/drawingml/2006/main">
              <a:ext uri="{FF2B5EF4-FFF2-40B4-BE49-F238E27FC236}">
                <a16:creationId xmlns:a16="http://schemas.microsoft.com/office/drawing/2014/main" id="{11776245-70C0-43D5-83E5-6E228F1E627E}"/>
              </a:ext>
            </a:extLst>
          </p:cNvPr>
          <p:cNvSpPr>
            <a:spLocks xmlns:a="http://schemas.openxmlformats.org/drawingml/2006/main" noGrp="1"/>
          </p:cNvSpPr>
          <p:nvPr/>
        </p:nvSpPr>
        <p:spPr>
          <a:xfrm xmlns:a="http://schemas.openxmlformats.org/drawingml/2006/main">
            <a:off x="5781675" y="3762375"/>
            <a:ext cx="29146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Sprint y entregable</a:t>
            </a:r>
          </a:p>
        </p:txBody>
      </p:sp>
      <p:sp>
        <p:nvSpPr>
          <p:cNvPr id="12" name="">
            <a:extLst xmlns:a="http://schemas.openxmlformats.org/drawingml/2006/main">
              <a:ext uri="{FF2B5EF4-FFF2-40B4-BE49-F238E27FC236}">
                <a16:creationId xmlns:a16="http://schemas.microsoft.com/office/drawing/2014/main" id="{96185174-5337-4E36-8200-387FDB1E7EC9}"/>
              </a:ext>
            </a:extLst>
          </p:cNvPr>
          <p:cNvSpPr>
            <a:spLocks xmlns:a="http://schemas.openxmlformats.org/drawingml/2006/main" noGrp="1"/>
          </p:cNvSpPr>
          <p:nvPr/>
        </p:nvSpPr>
        <p:spPr>
          <a:xfrm xmlns:a="http://schemas.openxmlformats.org/drawingml/2006/main">
            <a:off x="9001125" y="3762375"/>
            <a:ext cx="495300" cy="342900"/>
          </a:xfrm>
          <a:prstGeom xmlns:a="http://schemas.openxmlformats.org/drawingml/2006/main" prst="rightArrow">
            <a:avLst/>
          </a:prstGeom>
          <a:solidFill xmlns:a="http://schemas.openxmlformats.org/drawingml/2006/main">
            <a:srgbClr val="F28C28"/>
          </a:solidFill>
          <a:ln xmlns:a="http://schemas.openxmlformats.org/drawingml/2006/main" w="9525">
            <a:solidFill>
              <a:srgbClr val="F28C28"/>
            </a:solidFill>
            <a:prstDash val="solid"/>
          </a:ln>
        </p:spPr>
      </p:sp>
      <p:sp>
        <p:nvSpPr>
          <p:cNvPr id="13" name="">
            <a:extLst xmlns:a="http://schemas.openxmlformats.org/drawingml/2006/main">
              <a:ext uri="{FF2B5EF4-FFF2-40B4-BE49-F238E27FC236}">
                <a16:creationId xmlns:a16="http://schemas.microsoft.com/office/drawing/2014/main" id="{7231B67C-68EC-443E-A994-11EEEEAA985B}"/>
              </a:ext>
            </a:extLst>
          </p:cNvPr>
          <p:cNvSpPr>
            <a:spLocks xmlns:a="http://schemas.openxmlformats.org/drawingml/2006/main" noGrp="1"/>
          </p:cNvSpPr>
          <p:nvPr/>
        </p:nvSpPr>
        <p:spPr>
          <a:xfrm xmlns:a="http://schemas.openxmlformats.org/drawingml/2006/main">
            <a:off x="9572625" y="3000375"/>
            <a:ext cx="3333750" cy="19050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4288">
            <a:solidFill>
              <a:srgbClr val="C9D5E4"/>
            </a:solidFill>
            <a:prstDash val="solid"/>
          </a:ln>
        </p:spPr>
      </p:sp>
      <p:sp>
        <p:nvSpPr>
          <p:cNvPr id="14" name="">
            <a:extLst xmlns:a="http://schemas.openxmlformats.org/drawingml/2006/main">
              <a:ext uri="{FF2B5EF4-FFF2-40B4-BE49-F238E27FC236}">
                <a16:creationId xmlns:a16="http://schemas.microsoft.com/office/drawing/2014/main" id="{644E2D32-F2D0-42A4-AF3E-A319456923AC}"/>
              </a:ext>
            </a:extLst>
          </p:cNvPr>
          <p:cNvSpPr>
            <a:spLocks xmlns:a="http://schemas.openxmlformats.org/drawingml/2006/main" noGrp="1"/>
          </p:cNvSpPr>
          <p:nvPr/>
        </p:nvSpPr>
        <p:spPr>
          <a:xfrm xmlns:a="http://schemas.openxmlformats.org/drawingml/2006/main">
            <a:off x="9744075" y="3190875"/>
            <a:ext cx="2990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55A630"/>
                </a:solidFill>
                <a:latin typeface="Calibri"/>
                <a:ea typeface="Calibri"/>
                <a:cs typeface="Calibri"/>
              </a:defRPr>
            </a:defPPr>
          </a:lstStyle>
          <a:p xmlns:a="http://schemas.openxmlformats.org/drawingml/2006/main">
            <a:pPr algn="ctr">
              <a:lnSpc>
                <a:spcPct val="105000"/>
              </a:lnSpc>
              <a:buNone/>
              <a:defRPr sz="2025" b="1">
                <a:solidFill>
                  <a:srgbClr val="55A630"/>
                </a:solidFill>
                <a:latin typeface="Calibri"/>
                <a:ea typeface="Calibri"/>
                <a:cs typeface="Calibri"/>
              </a:defRPr>
            </a:pPr>
            <a:r>
              <a:rPr sz="2025" b="1">
                <a:solidFill>
                  <a:srgbClr val="55A630"/>
                </a:solidFill>
                <a:latin typeface="Calibri"/>
                <a:ea typeface="Calibri"/>
                <a:cs typeface="Calibri"/>
              </a:rPr>
              <a:t>Verificar</a:t>
            </a:r>
          </a:p>
        </p:txBody>
      </p:sp>
      <p:sp>
        <p:nvSpPr>
          <p:cNvPr id="15" name="">
            <a:extLst xmlns:a="http://schemas.openxmlformats.org/drawingml/2006/main">
              <a:ext uri="{FF2B5EF4-FFF2-40B4-BE49-F238E27FC236}">
                <a16:creationId xmlns:a16="http://schemas.microsoft.com/office/drawing/2014/main" id="{D0C193A9-5F8A-488A-877C-2739619FDD1B}"/>
              </a:ext>
            </a:extLst>
          </p:cNvPr>
          <p:cNvSpPr>
            <a:spLocks xmlns:a="http://schemas.openxmlformats.org/drawingml/2006/main" noGrp="1"/>
          </p:cNvSpPr>
          <p:nvPr/>
        </p:nvSpPr>
        <p:spPr>
          <a:xfrm xmlns:a="http://schemas.openxmlformats.org/drawingml/2006/main">
            <a:off x="9782175" y="3762375"/>
            <a:ext cx="29146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Pruebas y revisión</a:t>
            </a:r>
          </a:p>
        </p:txBody>
      </p:sp>
      <p:sp>
        <p:nvSpPr>
          <p:cNvPr id="16" name="">
            <a:extLst xmlns:a="http://schemas.openxmlformats.org/drawingml/2006/main">
              <a:ext uri="{FF2B5EF4-FFF2-40B4-BE49-F238E27FC236}">
                <a16:creationId xmlns:a16="http://schemas.microsoft.com/office/drawing/2014/main" id="{802EE936-131A-42FD-A8D7-0614BED776AF}"/>
              </a:ext>
            </a:extLst>
          </p:cNvPr>
          <p:cNvSpPr>
            <a:spLocks xmlns:a="http://schemas.openxmlformats.org/drawingml/2006/main" noGrp="1"/>
          </p:cNvSpPr>
          <p:nvPr/>
        </p:nvSpPr>
        <p:spPr>
          <a:xfrm xmlns:a="http://schemas.openxmlformats.org/drawingml/2006/main">
            <a:off x="13001625" y="3762375"/>
            <a:ext cx="495300" cy="342900"/>
          </a:xfrm>
          <a:prstGeom xmlns:a="http://schemas.openxmlformats.org/drawingml/2006/main" prst="rightArrow">
            <a:avLst/>
          </a:prstGeom>
          <a:solidFill xmlns:a="http://schemas.openxmlformats.org/drawingml/2006/main">
            <a:srgbClr val="F28C28"/>
          </a:solidFill>
          <a:ln xmlns:a="http://schemas.openxmlformats.org/drawingml/2006/main" w="9525">
            <a:solidFill>
              <a:srgbClr val="F28C28"/>
            </a:solidFill>
            <a:prstDash val="solid"/>
          </a:ln>
        </p:spPr>
      </p:sp>
      <p:sp>
        <p:nvSpPr>
          <p:cNvPr id="17" name="">
            <a:extLst xmlns:a="http://schemas.openxmlformats.org/drawingml/2006/main">
              <a:ext uri="{FF2B5EF4-FFF2-40B4-BE49-F238E27FC236}">
                <a16:creationId xmlns:a16="http://schemas.microsoft.com/office/drawing/2014/main" id="{F8F5F4EE-FD18-44B5-808F-BA896852DD9F}"/>
              </a:ext>
            </a:extLst>
          </p:cNvPr>
          <p:cNvSpPr>
            <a:spLocks xmlns:a="http://schemas.openxmlformats.org/drawingml/2006/main" noGrp="1"/>
          </p:cNvSpPr>
          <p:nvPr/>
        </p:nvSpPr>
        <p:spPr>
          <a:xfrm xmlns:a="http://schemas.openxmlformats.org/drawingml/2006/main">
            <a:off x="13573125" y="3000375"/>
            <a:ext cx="3333750" cy="19050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4288">
            <a:solidFill>
              <a:srgbClr val="C9D5E4"/>
            </a:solidFill>
            <a:prstDash val="solid"/>
          </a:ln>
        </p:spPr>
      </p:sp>
      <p:sp>
        <p:nvSpPr>
          <p:cNvPr id="18" name="">
            <a:extLst xmlns:a="http://schemas.openxmlformats.org/drawingml/2006/main">
              <a:ext uri="{FF2B5EF4-FFF2-40B4-BE49-F238E27FC236}">
                <a16:creationId xmlns:a16="http://schemas.microsoft.com/office/drawing/2014/main" id="{303C5086-44B7-40D4-B63A-BA275C4F9CA4}"/>
              </a:ext>
            </a:extLst>
          </p:cNvPr>
          <p:cNvSpPr>
            <a:spLocks xmlns:a="http://schemas.openxmlformats.org/drawingml/2006/main" noGrp="1"/>
          </p:cNvSpPr>
          <p:nvPr/>
        </p:nvSpPr>
        <p:spPr>
          <a:xfrm xmlns:a="http://schemas.openxmlformats.org/drawingml/2006/main">
            <a:off x="13744575" y="3190875"/>
            <a:ext cx="2990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122A51"/>
                </a:solidFill>
                <a:latin typeface="Calibri"/>
                <a:ea typeface="Calibri"/>
                <a:cs typeface="Calibri"/>
              </a:defRPr>
            </a:defPPr>
          </a:lstStyle>
          <a:p xmlns:a="http://schemas.openxmlformats.org/drawingml/2006/main">
            <a:pPr algn="ctr">
              <a:lnSpc>
                <a:spcPct val="105000"/>
              </a:lnSpc>
              <a:buNone/>
              <a:defRPr sz="2025" b="1">
                <a:solidFill>
                  <a:srgbClr val="122A51"/>
                </a:solidFill>
                <a:latin typeface="Calibri"/>
                <a:ea typeface="Calibri"/>
                <a:cs typeface="Calibri"/>
              </a:defRPr>
            </a:pPr>
            <a:r>
              <a:rPr sz="2025" b="1">
                <a:solidFill>
                  <a:srgbClr val="122A51"/>
                </a:solidFill>
                <a:latin typeface="Calibri"/>
                <a:ea typeface="Calibri"/>
                <a:cs typeface="Calibri"/>
              </a:rPr>
              <a:t>Ajustar</a:t>
            </a:r>
          </a:p>
        </p:txBody>
      </p:sp>
      <p:sp>
        <p:nvSpPr>
          <p:cNvPr id="19" name="">
            <a:extLst xmlns:a="http://schemas.openxmlformats.org/drawingml/2006/main">
              <a:ext uri="{FF2B5EF4-FFF2-40B4-BE49-F238E27FC236}">
                <a16:creationId xmlns:a16="http://schemas.microsoft.com/office/drawing/2014/main" id="{D4458CB7-2B83-4D2C-88BE-478163E30108}"/>
              </a:ext>
            </a:extLst>
          </p:cNvPr>
          <p:cNvSpPr>
            <a:spLocks xmlns:a="http://schemas.openxmlformats.org/drawingml/2006/main" noGrp="1"/>
          </p:cNvSpPr>
          <p:nvPr/>
        </p:nvSpPr>
        <p:spPr>
          <a:xfrm xmlns:a="http://schemas.openxmlformats.org/drawingml/2006/main">
            <a:off x="13782675" y="3762375"/>
            <a:ext cx="29146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Retroalimentación</a:t>
            </a:r>
          </a:p>
        </p:txBody>
      </p:sp>
      <p:sp>
        <p:nvSpPr>
          <p:cNvPr id="20" name="">
            <a:extLst xmlns:a="http://schemas.openxmlformats.org/drawingml/2006/main">
              <a:ext uri="{FF2B5EF4-FFF2-40B4-BE49-F238E27FC236}">
                <a16:creationId xmlns:a16="http://schemas.microsoft.com/office/drawing/2014/main" id="{2EC1FF39-0EED-438E-8B4C-F87F3A56A804}"/>
              </a:ext>
            </a:extLst>
          </p:cNvPr>
          <p:cNvSpPr>
            <a:spLocks xmlns:a="http://schemas.openxmlformats.org/drawingml/2006/main" noGrp="1"/>
          </p:cNvSpPr>
          <p:nvPr/>
        </p:nvSpPr>
        <p:spPr>
          <a:xfrm xmlns:a="http://schemas.openxmlformats.org/drawingml/2006/main">
            <a:off x="1666875" y="5715000"/>
            <a:ext cx="4762500"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14288">
            <a:solidFill>
              <a:srgbClr val="D8E1EB"/>
            </a:solidFill>
            <a:prstDash val="solid"/>
          </a:ln>
        </p:spPr>
      </p:sp>
      <p:sp>
        <p:nvSpPr>
          <p:cNvPr id="21" name="">
            <a:extLst xmlns:a="http://schemas.openxmlformats.org/drawingml/2006/main">
              <a:ext uri="{FF2B5EF4-FFF2-40B4-BE49-F238E27FC236}">
                <a16:creationId xmlns:a16="http://schemas.microsoft.com/office/drawing/2014/main" id="{A8E63C8F-D26C-44D4-8674-E77F4332FF1C}"/>
              </a:ext>
            </a:extLst>
          </p:cNvPr>
          <p:cNvSpPr>
            <a:spLocks xmlns:a="http://schemas.openxmlformats.org/drawingml/2006/main" noGrp="1"/>
          </p:cNvSpPr>
          <p:nvPr/>
        </p:nvSpPr>
        <p:spPr>
          <a:xfrm xmlns:a="http://schemas.openxmlformats.org/drawingml/2006/main">
            <a:off x="1666875" y="5715000"/>
            <a:ext cx="114300" cy="1809750"/>
          </a:xfrm>
          <a:prstGeom xmlns:a="http://schemas.openxmlformats.org/drawingml/2006/main" prst="rect">
            <a:avLst/>
          </a:prstGeom>
          <a:solidFill xmlns:a="http://schemas.openxmlformats.org/drawingml/2006/main">
            <a:srgbClr val="0876B9"/>
          </a:solidFill>
          <a:ln xmlns:a="http://schemas.openxmlformats.org/drawingml/2006/main" w="14288">
            <a:solidFill>
              <a:srgbClr val="0876B9"/>
            </a:solidFill>
            <a:prstDash val="solid"/>
          </a:ln>
        </p:spPr>
      </p:sp>
      <p:sp>
        <p:nvSpPr>
          <p:cNvPr id="22" name="">
            <a:extLst xmlns:a="http://schemas.openxmlformats.org/drawingml/2006/main">
              <a:ext uri="{FF2B5EF4-FFF2-40B4-BE49-F238E27FC236}">
                <a16:creationId xmlns:a16="http://schemas.microsoft.com/office/drawing/2014/main" id="{530F5701-BF2A-4811-996A-7BF78466D612}"/>
              </a:ext>
            </a:extLst>
          </p:cNvPr>
          <p:cNvSpPr>
            <a:spLocks xmlns:a="http://schemas.openxmlformats.org/drawingml/2006/main" noGrp="1"/>
          </p:cNvSpPr>
          <p:nvPr/>
        </p:nvSpPr>
        <p:spPr>
          <a:xfrm xmlns:a="http://schemas.openxmlformats.org/drawingml/2006/main">
            <a:off x="1952625" y="5924550"/>
            <a:ext cx="423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Visión artificial</a:t>
            </a:r>
          </a:p>
        </p:txBody>
      </p:sp>
      <p:sp>
        <p:nvSpPr>
          <p:cNvPr id="23" name="">
            <a:extLst xmlns:a="http://schemas.openxmlformats.org/drawingml/2006/main">
              <a:ext uri="{FF2B5EF4-FFF2-40B4-BE49-F238E27FC236}">
                <a16:creationId xmlns:a16="http://schemas.microsoft.com/office/drawing/2014/main" id="{EB98D48E-5C49-4E02-A16A-71DD0210ABC7}"/>
              </a:ext>
            </a:extLst>
          </p:cNvPr>
          <p:cNvSpPr>
            <a:spLocks xmlns:a="http://schemas.openxmlformats.org/drawingml/2006/main" noGrp="1"/>
          </p:cNvSpPr>
          <p:nvPr/>
        </p:nvSpPr>
        <p:spPr>
          <a:xfrm xmlns:a="http://schemas.openxmlformats.org/drawingml/2006/main">
            <a:off x="1952625" y="6515100"/>
            <a:ext cx="4210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a:solidFill>
                  <a:srgbClr val="17243A"/>
                </a:solidFill>
                <a:latin typeface="Calibri"/>
                <a:ea typeface="Calibri"/>
                <a:cs typeface="Calibri"/>
              </a:defRPr>
            </a:defPPr>
          </a:lstStyle>
          <a:p xmlns:a="http://schemas.openxmlformats.org/drawingml/2006/main">
            <a:pPr algn="l">
              <a:lnSpc>
                <a:spcPct val="108000"/>
              </a:lnSpc>
              <a:buNone/>
              <a:defRPr sz="2175">
                <a:solidFill>
                  <a:srgbClr val="17243A"/>
                </a:solidFill>
                <a:latin typeface="Calibri"/>
                <a:ea typeface="Calibri"/>
                <a:cs typeface="Calibri"/>
              </a:defRPr>
            </a:pPr>
            <a:r>
              <a:rPr sz="2175">
                <a:solidFill>
                  <a:srgbClr val="17243A"/>
                </a:solidFill>
                <a:latin typeface="Calibri"/>
                <a:ea typeface="Calibri"/>
                <a:cs typeface="Calibri"/>
              </a:rPr>
              <a:t>Precisión · Recall · mAP</a:t>
            </a:r>
          </a:p>
        </p:txBody>
      </p:sp>
      <p:sp>
        <p:nvSpPr>
          <p:cNvPr id="24" name="">
            <a:extLst xmlns:a="http://schemas.openxmlformats.org/drawingml/2006/main">
              <a:ext uri="{FF2B5EF4-FFF2-40B4-BE49-F238E27FC236}">
                <a16:creationId xmlns:a16="http://schemas.microsoft.com/office/drawing/2014/main" id="{B2E5767E-E086-4B41-BF7A-F38881FE0D9D}"/>
              </a:ext>
            </a:extLst>
          </p:cNvPr>
          <p:cNvSpPr>
            <a:spLocks xmlns:a="http://schemas.openxmlformats.org/drawingml/2006/main" noGrp="1"/>
          </p:cNvSpPr>
          <p:nvPr/>
        </p:nvSpPr>
        <p:spPr>
          <a:xfrm xmlns:a="http://schemas.openxmlformats.org/drawingml/2006/main">
            <a:off x="6762750" y="5715000"/>
            <a:ext cx="4762500"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14288">
            <a:solidFill>
              <a:srgbClr val="D8E1EB"/>
            </a:solidFill>
            <a:prstDash val="solid"/>
          </a:ln>
        </p:spPr>
      </p:sp>
      <p:sp>
        <p:nvSpPr>
          <p:cNvPr id="25" name="">
            <a:extLst xmlns:a="http://schemas.openxmlformats.org/drawingml/2006/main">
              <a:ext uri="{FF2B5EF4-FFF2-40B4-BE49-F238E27FC236}">
                <a16:creationId xmlns:a16="http://schemas.microsoft.com/office/drawing/2014/main" id="{6A5D8E8D-DCEF-4849-8845-121EF72C3356}"/>
              </a:ext>
            </a:extLst>
          </p:cNvPr>
          <p:cNvSpPr>
            <a:spLocks xmlns:a="http://schemas.openxmlformats.org/drawingml/2006/main" noGrp="1"/>
          </p:cNvSpPr>
          <p:nvPr/>
        </p:nvSpPr>
        <p:spPr>
          <a:xfrm xmlns:a="http://schemas.openxmlformats.org/drawingml/2006/main">
            <a:off x="6762750" y="5715000"/>
            <a:ext cx="114300" cy="1809750"/>
          </a:xfrm>
          <a:prstGeom xmlns:a="http://schemas.openxmlformats.org/drawingml/2006/main" prst="rect">
            <a:avLst/>
          </a:prstGeom>
          <a:solidFill xmlns:a="http://schemas.openxmlformats.org/drawingml/2006/main">
            <a:srgbClr val="F28C28"/>
          </a:solidFill>
          <a:ln xmlns:a="http://schemas.openxmlformats.org/drawingml/2006/main" w="14288">
            <a:solidFill>
              <a:srgbClr val="F28C28"/>
            </a:solidFill>
            <a:prstDash val="solid"/>
          </a:ln>
        </p:spPr>
      </p:sp>
      <p:sp>
        <p:nvSpPr>
          <p:cNvPr id="26" name="">
            <a:extLst xmlns:a="http://schemas.openxmlformats.org/drawingml/2006/main">
              <a:ext uri="{FF2B5EF4-FFF2-40B4-BE49-F238E27FC236}">
                <a16:creationId xmlns:a16="http://schemas.microsoft.com/office/drawing/2014/main" id="{A8B58527-7712-43A6-9FBE-8310F6B6CADD}"/>
              </a:ext>
            </a:extLst>
          </p:cNvPr>
          <p:cNvSpPr>
            <a:spLocks xmlns:a="http://schemas.openxmlformats.org/drawingml/2006/main" noGrp="1"/>
          </p:cNvSpPr>
          <p:nvPr/>
        </p:nvSpPr>
        <p:spPr>
          <a:xfrm xmlns:a="http://schemas.openxmlformats.org/drawingml/2006/main">
            <a:off x="7048500" y="5924550"/>
            <a:ext cx="423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Operación</a:t>
            </a:r>
          </a:p>
        </p:txBody>
      </p:sp>
      <p:sp>
        <p:nvSpPr>
          <p:cNvPr id="27" name="">
            <a:extLst xmlns:a="http://schemas.openxmlformats.org/drawingml/2006/main">
              <a:ext uri="{FF2B5EF4-FFF2-40B4-BE49-F238E27FC236}">
                <a16:creationId xmlns:a16="http://schemas.microsoft.com/office/drawing/2014/main" id="{C1949595-92BA-499D-9F5A-978345DEDBFF}"/>
              </a:ext>
            </a:extLst>
          </p:cNvPr>
          <p:cNvSpPr>
            <a:spLocks xmlns:a="http://schemas.openxmlformats.org/drawingml/2006/main" noGrp="1"/>
          </p:cNvSpPr>
          <p:nvPr/>
        </p:nvSpPr>
        <p:spPr>
          <a:xfrm xmlns:a="http://schemas.openxmlformats.org/drawingml/2006/main">
            <a:off x="7048500" y="6515100"/>
            <a:ext cx="4210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a:solidFill>
                  <a:srgbClr val="17243A"/>
                </a:solidFill>
                <a:latin typeface="Calibri"/>
                <a:ea typeface="Calibri"/>
                <a:cs typeface="Calibri"/>
              </a:defRPr>
            </a:defPPr>
          </a:lstStyle>
          <a:p xmlns:a="http://schemas.openxmlformats.org/drawingml/2006/main">
            <a:pPr algn="l">
              <a:lnSpc>
                <a:spcPct val="108000"/>
              </a:lnSpc>
              <a:buNone/>
              <a:defRPr sz="2175">
                <a:solidFill>
                  <a:srgbClr val="17243A"/>
                </a:solidFill>
                <a:latin typeface="Calibri"/>
                <a:ea typeface="Calibri"/>
                <a:cs typeface="Calibri"/>
              </a:defRPr>
            </a:pPr>
            <a:r>
              <a:rPr sz="2175">
                <a:solidFill>
                  <a:srgbClr val="17243A"/>
                </a:solidFill>
                <a:latin typeface="Calibri"/>
                <a:ea typeface="Calibri"/>
                <a:cs typeface="Calibri"/>
              </a:rPr>
              <a:t>Latencia · tiempo de ingreso · errores</a:t>
            </a:r>
          </a:p>
        </p:txBody>
      </p:sp>
      <p:sp>
        <p:nvSpPr>
          <p:cNvPr id="28" name="">
            <a:extLst xmlns:a="http://schemas.openxmlformats.org/drawingml/2006/main">
              <a:ext uri="{FF2B5EF4-FFF2-40B4-BE49-F238E27FC236}">
                <a16:creationId xmlns:a16="http://schemas.microsoft.com/office/drawing/2014/main" id="{4BF4CC50-4BE4-4531-A713-DDF3EC0CBA4C}"/>
              </a:ext>
            </a:extLst>
          </p:cNvPr>
          <p:cNvSpPr>
            <a:spLocks xmlns:a="http://schemas.openxmlformats.org/drawingml/2006/main" noGrp="1"/>
          </p:cNvSpPr>
          <p:nvPr/>
        </p:nvSpPr>
        <p:spPr>
          <a:xfrm xmlns:a="http://schemas.openxmlformats.org/drawingml/2006/main">
            <a:off x="11858625" y="5715000"/>
            <a:ext cx="4762500"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14288">
            <a:solidFill>
              <a:srgbClr val="D8E1EB"/>
            </a:solidFill>
            <a:prstDash val="solid"/>
          </a:ln>
        </p:spPr>
      </p:sp>
      <p:sp>
        <p:nvSpPr>
          <p:cNvPr id="29" name="">
            <a:extLst xmlns:a="http://schemas.openxmlformats.org/drawingml/2006/main">
              <a:ext uri="{FF2B5EF4-FFF2-40B4-BE49-F238E27FC236}">
                <a16:creationId xmlns:a16="http://schemas.microsoft.com/office/drawing/2014/main" id="{CFECE4AF-2970-424B-962E-AF6B4CAEE19D}"/>
              </a:ext>
            </a:extLst>
          </p:cNvPr>
          <p:cNvSpPr>
            <a:spLocks xmlns:a="http://schemas.openxmlformats.org/drawingml/2006/main" noGrp="1"/>
          </p:cNvSpPr>
          <p:nvPr/>
        </p:nvSpPr>
        <p:spPr>
          <a:xfrm xmlns:a="http://schemas.openxmlformats.org/drawingml/2006/main">
            <a:off x="11858625" y="5715000"/>
            <a:ext cx="114300" cy="1809750"/>
          </a:xfrm>
          <a:prstGeom xmlns:a="http://schemas.openxmlformats.org/drawingml/2006/main" prst="rect">
            <a:avLst/>
          </a:prstGeom>
          <a:solidFill xmlns:a="http://schemas.openxmlformats.org/drawingml/2006/main">
            <a:srgbClr val="55A630"/>
          </a:solidFill>
          <a:ln xmlns:a="http://schemas.openxmlformats.org/drawingml/2006/main" w="14288">
            <a:solidFill>
              <a:srgbClr val="55A630"/>
            </a:solidFill>
            <a:prstDash val="solid"/>
          </a:ln>
        </p:spPr>
      </p:sp>
      <p:sp>
        <p:nvSpPr>
          <p:cNvPr id="30" name="">
            <a:extLst xmlns:a="http://schemas.openxmlformats.org/drawingml/2006/main">
              <a:ext uri="{FF2B5EF4-FFF2-40B4-BE49-F238E27FC236}">
                <a16:creationId xmlns:a16="http://schemas.microsoft.com/office/drawing/2014/main" id="{12890DD7-01B4-4DCE-8398-A737908D188B}"/>
              </a:ext>
            </a:extLst>
          </p:cNvPr>
          <p:cNvSpPr>
            <a:spLocks xmlns:a="http://schemas.openxmlformats.org/drawingml/2006/main" noGrp="1"/>
          </p:cNvSpPr>
          <p:nvPr/>
        </p:nvSpPr>
        <p:spPr>
          <a:xfrm xmlns:a="http://schemas.openxmlformats.org/drawingml/2006/main">
            <a:off x="12144375" y="5924550"/>
            <a:ext cx="423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Validación</a:t>
            </a:r>
          </a:p>
        </p:txBody>
      </p:sp>
      <p:sp>
        <p:nvSpPr>
          <p:cNvPr id="31" name="">
            <a:extLst xmlns:a="http://schemas.openxmlformats.org/drawingml/2006/main">
              <a:ext uri="{FF2B5EF4-FFF2-40B4-BE49-F238E27FC236}">
                <a16:creationId xmlns:a16="http://schemas.microsoft.com/office/drawing/2014/main" id="{399EA8C2-D4DA-4E0C-AD7E-1E530BAD329E}"/>
              </a:ext>
            </a:extLst>
          </p:cNvPr>
          <p:cNvSpPr>
            <a:spLocks xmlns:a="http://schemas.openxmlformats.org/drawingml/2006/main" noGrp="1"/>
          </p:cNvSpPr>
          <p:nvPr/>
        </p:nvSpPr>
        <p:spPr>
          <a:xfrm xmlns:a="http://schemas.openxmlformats.org/drawingml/2006/main">
            <a:off x="12144375" y="6515100"/>
            <a:ext cx="4210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a:solidFill>
                  <a:srgbClr val="17243A"/>
                </a:solidFill>
                <a:latin typeface="Calibri"/>
                <a:ea typeface="Calibri"/>
                <a:cs typeface="Calibri"/>
              </a:defRPr>
            </a:defPPr>
          </a:lstStyle>
          <a:p xmlns:a="http://schemas.openxmlformats.org/drawingml/2006/main">
            <a:pPr algn="l">
              <a:lnSpc>
                <a:spcPct val="108000"/>
              </a:lnSpc>
              <a:buNone/>
              <a:defRPr sz="2100">
                <a:solidFill>
                  <a:srgbClr val="17243A"/>
                </a:solidFill>
                <a:latin typeface="Calibri"/>
                <a:ea typeface="Calibri"/>
                <a:cs typeface="Calibri"/>
              </a:defRPr>
            </a:pPr>
            <a:r>
              <a:rPr sz="2100">
                <a:solidFill>
                  <a:srgbClr val="17243A"/>
                </a:solidFill>
                <a:latin typeface="Calibri"/>
                <a:ea typeface="Calibri"/>
                <a:cs typeface="Calibri"/>
              </a:rPr>
              <a:t>Pruebas con imágenes y acceso en campo</a:t>
            </a:r>
          </a:p>
        </p:txBody>
      </p:sp>
      <p:sp>
        <p:nvSpPr>
          <p:cNvPr id="32" name="">
            <a:extLst xmlns:a="http://schemas.openxmlformats.org/drawingml/2006/main">
              <a:ext uri="{FF2B5EF4-FFF2-40B4-BE49-F238E27FC236}">
                <a16:creationId xmlns:a16="http://schemas.microsoft.com/office/drawing/2014/main" id="{0A1CFD7A-E81E-4CFA-8EBD-EA4F2E893A49}"/>
              </a:ext>
            </a:extLst>
          </p:cNvPr>
          <p:cNvSpPr>
            <a:spLocks xmlns:a="http://schemas.openxmlformats.org/drawingml/2006/main" noGrp="1"/>
          </p:cNvSpPr>
          <p:nvPr/>
        </p:nvSpPr>
        <p:spPr>
          <a:xfrm xmlns:a="http://schemas.openxmlformats.org/drawingml/2006/main">
            <a:off x="2190750" y="8001000"/>
            <a:ext cx="1390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1">
                <a:solidFill>
                  <a:srgbClr val="526176"/>
                </a:solidFill>
                <a:latin typeface="Calibri"/>
                <a:ea typeface="Calibri"/>
                <a:cs typeface="Calibri"/>
              </a:defRPr>
            </a:defPPr>
          </a:lstStyle>
          <a:p xmlns:a="http://schemas.openxmlformats.org/drawingml/2006/main">
            <a:pPr algn="ctr">
              <a:lnSpc>
                <a:spcPct val="105000"/>
              </a:lnSpc>
              <a:buNone/>
              <a:defRPr sz="1875" b="1">
                <a:solidFill>
                  <a:srgbClr val="526176"/>
                </a:solidFill>
                <a:latin typeface="Calibri"/>
                <a:ea typeface="Calibri"/>
                <a:cs typeface="Calibri"/>
              </a:defRPr>
            </a:pPr>
            <a:r>
              <a:rPr sz="1875" b="1">
                <a:solidFill>
                  <a:srgbClr val="526176"/>
                </a:solidFill>
                <a:latin typeface="Calibri"/>
                <a:ea typeface="Calibri"/>
                <a:cs typeface="Calibri"/>
              </a:rPr>
              <a:t>Estado: detector medido en test; OCR exacto y pruebas de campo siguen pendientes.</a:t>
            </a:r>
          </a:p>
        </p:txBody>
      </p:sp>
    </p:spTree>
    <p:extLst>
      <p:ext uri="{BB962C8B-B14F-4D97-AF65-F5344CB8AC3E}">
        <p14:creationId xmlns:p14="http://schemas.microsoft.com/office/powerpoint/2010/main" val="48660346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A2AEBF13-2A63-4554-A6AA-1CD9E26FEB60}"/>
              </a:ext>
            </a:extLst>
          </p:cNvPr>
          <p:cNvPicPr>
            <a:picLocks xmlns:a="http://schemas.openxmlformats.org/drawingml/2006/main" noChangeAspect="1"/>
          </p:cNvPicPr>
          <p:nvPr/>
        </p:nvPicPr>
        <p:blipFill>
          <a:blip xmlns:r="http://schemas.openxmlformats.org/officeDocument/2006/relationships" xmlns:a="http://schemas.openxmlformats.org/drawingml/2006/main" r:embed="R1f83b21b84844c63"/>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7FDD23F-71D5-4836-A919-5C5D07625256}"/>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6. ARQUITECTURA</a:t>
            </a:r>
          </a:p>
        </p:txBody>
      </p:sp>
      <p:sp>
        <p:nvSpPr>
          <p:cNvPr id="3" name="">
            <a:extLst xmlns:a="http://schemas.openxmlformats.org/drawingml/2006/main">
              <a:ext uri="{FF2B5EF4-FFF2-40B4-BE49-F238E27FC236}">
                <a16:creationId xmlns:a16="http://schemas.microsoft.com/office/drawing/2014/main" id="{0A15FBB0-4BF3-44BE-B04D-4AD9FE1764DC}"/>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Cliente web, API institucional y servicio de visión</a:t>
            </a:r>
          </a:p>
        </p:txBody>
      </p:sp>
      <p:sp>
        <p:nvSpPr>
          <p:cNvPr id="4" name="">
            <a:extLst xmlns:a="http://schemas.openxmlformats.org/drawingml/2006/main">
              <a:ext uri="{FF2B5EF4-FFF2-40B4-BE49-F238E27FC236}">
                <a16:creationId xmlns:a16="http://schemas.microsoft.com/office/drawing/2014/main" id="{E1947BBD-53FB-4927-B133-C7CDBC5724AA}"/>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AEFDE741-9C23-4FBC-8806-4B8732C0D464}"/>
              </a:ext>
            </a:extLst>
          </p:cNvPr>
          <p:cNvSpPr>
            <a:spLocks xmlns:a="http://schemas.openxmlformats.org/drawingml/2006/main" noGrp="1"/>
          </p:cNvSpPr>
          <p:nvPr/>
        </p:nvSpPr>
        <p:spPr>
          <a:xfrm xmlns:a="http://schemas.openxmlformats.org/drawingml/2006/main">
            <a:off x="1238250" y="2857500"/>
            <a:ext cx="3524250" cy="2286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4288">
            <a:solidFill>
              <a:srgbClr val="C9D5E4"/>
            </a:solidFill>
            <a:prstDash val="solid"/>
          </a:ln>
        </p:spPr>
      </p:sp>
      <p:sp>
        <p:nvSpPr>
          <p:cNvPr id="6" name="">
            <a:extLst xmlns:a="http://schemas.openxmlformats.org/drawingml/2006/main">
              <a:ext uri="{FF2B5EF4-FFF2-40B4-BE49-F238E27FC236}">
                <a16:creationId xmlns:a16="http://schemas.microsoft.com/office/drawing/2014/main" id="{696C1CAE-AECF-47EB-9F95-77780517AD20}"/>
              </a:ext>
            </a:extLst>
          </p:cNvPr>
          <p:cNvSpPr>
            <a:spLocks xmlns:a="http://schemas.openxmlformats.org/drawingml/2006/main" noGrp="1"/>
          </p:cNvSpPr>
          <p:nvPr/>
        </p:nvSpPr>
        <p:spPr>
          <a:xfrm xmlns:a="http://schemas.openxmlformats.org/drawingml/2006/main">
            <a:off x="1409700" y="3048000"/>
            <a:ext cx="3181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0876B9"/>
                </a:solidFill>
                <a:latin typeface="Calibri"/>
                <a:ea typeface="Calibri"/>
                <a:cs typeface="Calibri"/>
              </a:defRPr>
            </a:defPPr>
          </a:lstStyle>
          <a:p xmlns:a="http://schemas.openxmlformats.org/drawingml/2006/main">
            <a:pPr algn="ctr">
              <a:lnSpc>
                <a:spcPct val="105000"/>
              </a:lnSpc>
              <a:buNone/>
              <a:defRPr sz="2025" b="1">
                <a:solidFill>
                  <a:srgbClr val="0876B9"/>
                </a:solidFill>
                <a:latin typeface="Calibri"/>
                <a:ea typeface="Calibri"/>
                <a:cs typeface="Calibri"/>
              </a:defRPr>
            </a:pPr>
            <a:r>
              <a:rPr sz="2025" b="1">
                <a:solidFill>
                  <a:srgbClr val="0876B9"/>
                </a:solidFill>
                <a:latin typeface="Calibri"/>
                <a:ea typeface="Calibri"/>
                <a:cs typeface="Calibri"/>
              </a:rPr>
              <a:t>Frontend</a:t>
            </a:r>
          </a:p>
        </p:txBody>
      </p:sp>
      <p:sp>
        <p:nvSpPr>
          <p:cNvPr id="7" name="">
            <a:extLst xmlns:a="http://schemas.openxmlformats.org/drawingml/2006/main">
              <a:ext uri="{FF2B5EF4-FFF2-40B4-BE49-F238E27FC236}">
                <a16:creationId xmlns:a16="http://schemas.microsoft.com/office/drawing/2014/main" id="{DDB5A5AD-940D-4540-8F02-B435D1EC34CF}"/>
              </a:ext>
            </a:extLst>
          </p:cNvPr>
          <p:cNvSpPr>
            <a:spLocks xmlns:a="http://schemas.openxmlformats.org/drawingml/2006/main" noGrp="1"/>
          </p:cNvSpPr>
          <p:nvPr/>
        </p:nvSpPr>
        <p:spPr>
          <a:xfrm xmlns:a="http://schemas.openxmlformats.org/drawingml/2006/main">
            <a:off x="1447800" y="3619500"/>
            <a:ext cx="31051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React 18 · Vite · panel web</a:t>
            </a:r>
          </a:p>
        </p:txBody>
      </p:sp>
      <p:sp>
        <p:nvSpPr>
          <p:cNvPr id="8" name="">
            <a:extLst xmlns:a="http://schemas.openxmlformats.org/drawingml/2006/main">
              <a:ext uri="{FF2B5EF4-FFF2-40B4-BE49-F238E27FC236}">
                <a16:creationId xmlns:a16="http://schemas.microsoft.com/office/drawing/2014/main" id="{49BD1757-83E6-43E0-9B06-0FB2F4F5638C}"/>
              </a:ext>
            </a:extLst>
          </p:cNvPr>
          <p:cNvSpPr>
            <a:spLocks xmlns:a="http://schemas.openxmlformats.org/drawingml/2006/main" noGrp="1"/>
          </p:cNvSpPr>
          <p:nvPr/>
        </p:nvSpPr>
        <p:spPr>
          <a:xfrm xmlns:a="http://schemas.openxmlformats.org/drawingml/2006/main">
            <a:off x="4953000" y="3857625"/>
            <a:ext cx="819150" cy="400050"/>
          </a:xfrm>
          <a:prstGeom xmlns:a="http://schemas.openxmlformats.org/drawingml/2006/main" prst="rightArrow">
            <a:avLst/>
          </a:prstGeom>
          <a:solidFill xmlns:a="http://schemas.openxmlformats.org/drawingml/2006/main">
            <a:srgbClr val="F28C28"/>
          </a:solidFill>
          <a:ln xmlns:a="http://schemas.openxmlformats.org/drawingml/2006/main" w="9525">
            <a:solidFill>
              <a:srgbClr val="F28C28"/>
            </a:solidFill>
            <a:prstDash val="solid"/>
          </a:ln>
        </p:spPr>
      </p:sp>
      <p:sp>
        <p:nvSpPr>
          <p:cNvPr id="9" name="">
            <a:extLst xmlns:a="http://schemas.openxmlformats.org/drawingml/2006/main">
              <a:ext uri="{FF2B5EF4-FFF2-40B4-BE49-F238E27FC236}">
                <a16:creationId xmlns:a16="http://schemas.microsoft.com/office/drawing/2014/main" id="{CA53E47B-583E-4A6D-83BE-C5349CD42100}"/>
              </a:ext>
            </a:extLst>
          </p:cNvPr>
          <p:cNvSpPr>
            <a:spLocks xmlns:a="http://schemas.openxmlformats.org/drawingml/2006/main" noGrp="1"/>
          </p:cNvSpPr>
          <p:nvPr/>
        </p:nvSpPr>
        <p:spPr>
          <a:xfrm xmlns:a="http://schemas.openxmlformats.org/drawingml/2006/main">
            <a:off x="5953125" y="2857500"/>
            <a:ext cx="4000500" cy="2286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4288">
            <a:solidFill>
              <a:srgbClr val="C9D5E4"/>
            </a:solidFill>
            <a:prstDash val="solid"/>
          </a:ln>
        </p:spPr>
      </p:sp>
      <p:sp>
        <p:nvSpPr>
          <p:cNvPr id="10" name="">
            <a:extLst xmlns:a="http://schemas.openxmlformats.org/drawingml/2006/main">
              <a:ext uri="{FF2B5EF4-FFF2-40B4-BE49-F238E27FC236}">
                <a16:creationId xmlns:a16="http://schemas.microsoft.com/office/drawing/2014/main" id="{10E08E91-E650-4CC6-84DF-DEA9EFA9857D}"/>
              </a:ext>
            </a:extLst>
          </p:cNvPr>
          <p:cNvSpPr>
            <a:spLocks xmlns:a="http://schemas.openxmlformats.org/drawingml/2006/main" noGrp="1"/>
          </p:cNvSpPr>
          <p:nvPr/>
        </p:nvSpPr>
        <p:spPr>
          <a:xfrm xmlns:a="http://schemas.openxmlformats.org/drawingml/2006/main">
            <a:off x="6124575" y="3048000"/>
            <a:ext cx="365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122A51"/>
                </a:solidFill>
                <a:latin typeface="Calibri"/>
                <a:ea typeface="Calibri"/>
                <a:cs typeface="Calibri"/>
              </a:defRPr>
            </a:defPPr>
          </a:lstStyle>
          <a:p xmlns:a="http://schemas.openxmlformats.org/drawingml/2006/main">
            <a:pPr algn="ctr">
              <a:lnSpc>
                <a:spcPct val="105000"/>
              </a:lnSpc>
              <a:buNone/>
              <a:defRPr sz="2025" b="1">
                <a:solidFill>
                  <a:srgbClr val="122A51"/>
                </a:solidFill>
                <a:latin typeface="Calibri"/>
                <a:ea typeface="Calibri"/>
                <a:cs typeface="Calibri"/>
              </a:defRPr>
            </a:pPr>
            <a:r>
              <a:rPr sz="2025" b="1">
                <a:solidFill>
                  <a:srgbClr val="122A51"/>
                </a:solidFill>
                <a:latin typeface="Calibri"/>
                <a:ea typeface="Calibri"/>
                <a:cs typeface="Calibri"/>
              </a:rPr>
              <a:t>API .NET 9</a:t>
            </a:r>
          </a:p>
        </p:txBody>
      </p:sp>
      <p:sp>
        <p:nvSpPr>
          <p:cNvPr id="11" name="">
            <a:extLst xmlns:a="http://schemas.openxmlformats.org/drawingml/2006/main">
              <a:ext uri="{FF2B5EF4-FFF2-40B4-BE49-F238E27FC236}">
                <a16:creationId xmlns:a16="http://schemas.microsoft.com/office/drawing/2014/main" id="{47520216-C800-48A4-8C84-0C485C273437}"/>
              </a:ext>
            </a:extLst>
          </p:cNvPr>
          <p:cNvSpPr>
            <a:spLocks xmlns:a="http://schemas.openxmlformats.org/drawingml/2006/main" noGrp="1"/>
          </p:cNvSpPr>
          <p:nvPr/>
        </p:nvSpPr>
        <p:spPr>
          <a:xfrm xmlns:a="http://schemas.openxmlformats.org/drawingml/2006/main">
            <a:off x="6162675" y="3619500"/>
            <a:ext cx="35814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REST · JWT · lógica del acceso</a:t>
            </a:r>
          </a:p>
        </p:txBody>
      </p:sp>
      <p:sp>
        <p:nvSpPr>
          <p:cNvPr id="12" name="">
            <a:extLst xmlns:a="http://schemas.openxmlformats.org/drawingml/2006/main">
              <a:ext uri="{FF2B5EF4-FFF2-40B4-BE49-F238E27FC236}">
                <a16:creationId xmlns:a16="http://schemas.microsoft.com/office/drawing/2014/main" id="{9A815612-44D8-4E10-89E2-DE987E1B4EEA}"/>
              </a:ext>
            </a:extLst>
          </p:cNvPr>
          <p:cNvSpPr>
            <a:spLocks xmlns:a="http://schemas.openxmlformats.org/drawingml/2006/main" noGrp="1"/>
          </p:cNvSpPr>
          <p:nvPr/>
        </p:nvSpPr>
        <p:spPr>
          <a:xfrm xmlns:a="http://schemas.openxmlformats.org/drawingml/2006/main">
            <a:off x="10096500" y="3857625"/>
            <a:ext cx="819150" cy="400050"/>
          </a:xfrm>
          <a:prstGeom xmlns:a="http://schemas.openxmlformats.org/drawingml/2006/main" prst="rightArrow">
            <a:avLst/>
          </a:prstGeom>
          <a:solidFill xmlns:a="http://schemas.openxmlformats.org/drawingml/2006/main">
            <a:srgbClr val="F28C28"/>
          </a:solidFill>
          <a:ln xmlns:a="http://schemas.openxmlformats.org/drawingml/2006/main" w="9525">
            <a:solidFill>
              <a:srgbClr val="F28C28"/>
            </a:solidFill>
            <a:prstDash val="solid"/>
          </a:ln>
        </p:spPr>
      </p:sp>
      <p:sp>
        <p:nvSpPr>
          <p:cNvPr id="13" name="">
            <a:extLst xmlns:a="http://schemas.openxmlformats.org/drawingml/2006/main">
              <a:ext uri="{FF2B5EF4-FFF2-40B4-BE49-F238E27FC236}">
                <a16:creationId xmlns:a16="http://schemas.microsoft.com/office/drawing/2014/main" id="{2FC139D5-B5E2-43A4-87B7-51778680F9AA}"/>
              </a:ext>
            </a:extLst>
          </p:cNvPr>
          <p:cNvSpPr>
            <a:spLocks xmlns:a="http://schemas.openxmlformats.org/drawingml/2006/main" noGrp="1"/>
          </p:cNvSpPr>
          <p:nvPr/>
        </p:nvSpPr>
        <p:spPr>
          <a:xfrm xmlns:a="http://schemas.openxmlformats.org/drawingml/2006/main">
            <a:off x="11096625" y="2857500"/>
            <a:ext cx="3714750" cy="2286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14288">
            <a:solidFill>
              <a:srgbClr val="C9D5E4"/>
            </a:solidFill>
            <a:prstDash val="solid"/>
          </a:ln>
        </p:spPr>
      </p:sp>
      <p:sp>
        <p:nvSpPr>
          <p:cNvPr id="14" name="">
            <a:extLst xmlns:a="http://schemas.openxmlformats.org/drawingml/2006/main">
              <a:ext uri="{FF2B5EF4-FFF2-40B4-BE49-F238E27FC236}">
                <a16:creationId xmlns:a16="http://schemas.microsoft.com/office/drawing/2014/main" id="{C98CCB24-2B8B-43E8-A9F0-7D5BAC41A68B}"/>
              </a:ext>
            </a:extLst>
          </p:cNvPr>
          <p:cNvSpPr>
            <a:spLocks xmlns:a="http://schemas.openxmlformats.org/drawingml/2006/main" noGrp="1"/>
          </p:cNvSpPr>
          <p:nvPr/>
        </p:nvSpPr>
        <p:spPr>
          <a:xfrm xmlns:a="http://schemas.openxmlformats.org/drawingml/2006/main">
            <a:off x="11268075" y="3048000"/>
            <a:ext cx="3371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55A630"/>
                </a:solidFill>
                <a:latin typeface="Calibri"/>
                <a:ea typeface="Calibri"/>
                <a:cs typeface="Calibri"/>
              </a:defRPr>
            </a:defPPr>
          </a:lstStyle>
          <a:p xmlns:a="http://schemas.openxmlformats.org/drawingml/2006/main">
            <a:pPr algn="ctr">
              <a:lnSpc>
                <a:spcPct val="105000"/>
              </a:lnSpc>
              <a:buNone/>
              <a:defRPr sz="2025" b="1">
                <a:solidFill>
                  <a:srgbClr val="55A630"/>
                </a:solidFill>
                <a:latin typeface="Calibri"/>
                <a:ea typeface="Calibri"/>
                <a:cs typeface="Calibri"/>
              </a:defRPr>
            </a:pPr>
            <a:r>
              <a:rPr sz="2025" b="1">
                <a:solidFill>
                  <a:srgbClr val="55A630"/>
                </a:solidFill>
                <a:latin typeface="Calibri"/>
                <a:ea typeface="Calibri"/>
                <a:cs typeface="Calibri"/>
              </a:rPr>
              <a:t>SQL Server</a:t>
            </a:r>
          </a:p>
        </p:txBody>
      </p:sp>
      <p:sp>
        <p:nvSpPr>
          <p:cNvPr id="15" name="">
            <a:extLst xmlns:a="http://schemas.openxmlformats.org/drawingml/2006/main">
              <a:ext uri="{FF2B5EF4-FFF2-40B4-BE49-F238E27FC236}">
                <a16:creationId xmlns:a16="http://schemas.microsoft.com/office/drawing/2014/main" id="{1542A736-888A-4AB9-80B2-5F571C4B2847}"/>
              </a:ext>
            </a:extLst>
          </p:cNvPr>
          <p:cNvSpPr>
            <a:spLocks xmlns:a="http://schemas.openxmlformats.org/drawingml/2006/main" noGrp="1"/>
          </p:cNvSpPr>
          <p:nvPr/>
        </p:nvSpPr>
        <p:spPr>
          <a:xfrm xmlns:a="http://schemas.openxmlformats.org/drawingml/2006/main">
            <a:off x="11306175" y="3619500"/>
            <a:ext cx="32956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Usuarios · roles · movimientos</a:t>
            </a:r>
          </a:p>
        </p:txBody>
      </p:sp>
      <p:sp>
        <p:nvSpPr>
          <p:cNvPr id="16" name="">
            <a:extLst xmlns:a="http://schemas.openxmlformats.org/drawingml/2006/main">
              <a:ext uri="{FF2B5EF4-FFF2-40B4-BE49-F238E27FC236}">
                <a16:creationId xmlns:a16="http://schemas.microsoft.com/office/drawing/2014/main" id="{A6F44EB9-B84D-4D59-8840-C4811EE35E13}"/>
              </a:ext>
            </a:extLst>
          </p:cNvPr>
          <p:cNvSpPr>
            <a:spLocks xmlns:a="http://schemas.openxmlformats.org/drawingml/2006/main" noGrp="1"/>
          </p:cNvSpPr>
          <p:nvPr/>
        </p:nvSpPr>
        <p:spPr>
          <a:xfrm xmlns:a="http://schemas.openxmlformats.org/drawingml/2006/main">
            <a:off x="5953125" y="6096000"/>
            <a:ext cx="4000500" cy="2095500"/>
          </a:xfrm>
          <a:prstGeom xmlns:a="http://schemas.openxmlformats.org/drawingml/2006/main" prst="roundRect">
            <a:avLst>
              <a:gd name="adj" fmla="val 8182"/>
            </a:avLst>
          </a:prstGeom>
          <a:solidFill xmlns:a="http://schemas.openxmlformats.org/drawingml/2006/main">
            <a:srgbClr val="FFFFFF"/>
          </a:solidFill>
          <a:ln xmlns:a="http://schemas.openxmlformats.org/drawingml/2006/main" w="14288">
            <a:solidFill>
              <a:srgbClr val="C9D5E4"/>
            </a:solidFill>
            <a:prstDash val="solid"/>
          </a:ln>
        </p:spPr>
      </p:sp>
      <p:sp>
        <p:nvSpPr>
          <p:cNvPr id="17" name="">
            <a:extLst xmlns:a="http://schemas.openxmlformats.org/drawingml/2006/main">
              <a:ext uri="{FF2B5EF4-FFF2-40B4-BE49-F238E27FC236}">
                <a16:creationId xmlns:a16="http://schemas.microsoft.com/office/drawing/2014/main" id="{30E7CFB3-B94A-4EC3-B584-11FA5731F8F3}"/>
              </a:ext>
            </a:extLst>
          </p:cNvPr>
          <p:cNvSpPr>
            <a:spLocks xmlns:a="http://schemas.openxmlformats.org/drawingml/2006/main" noGrp="1"/>
          </p:cNvSpPr>
          <p:nvPr/>
        </p:nvSpPr>
        <p:spPr>
          <a:xfrm xmlns:a="http://schemas.openxmlformats.org/drawingml/2006/main">
            <a:off x="6124575" y="6286500"/>
            <a:ext cx="365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F28C28"/>
                </a:solidFill>
                <a:latin typeface="Calibri"/>
                <a:ea typeface="Calibri"/>
                <a:cs typeface="Calibri"/>
              </a:defRPr>
            </a:defPPr>
          </a:lstStyle>
          <a:p xmlns:a="http://schemas.openxmlformats.org/drawingml/2006/main">
            <a:pPr algn="ctr">
              <a:lnSpc>
                <a:spcPct val="105000"/>
              </a:lnSpc>
              <a:buNone/>
              <a:defRPr sz="2025" b="1">
                <a:solidFill>
                  <a:srgbClr val="F28C28"/>
                </a:solidFill>
                <a:latin typeface="Calibri"/>
                <a:ea typeface="Calibri"/>
                <a:cs typeface="Calibri"/>
              </a:defRPr>
            </a:pPr>
            <a:r>
              <a:rPr sz="2025" b="1">
                <a:solidFill>
                  <a:srgbClr val="F28C28"/>
                </a:solidFill>
                <a:latin typeface="Calibri"/>
                <a:ea typeface="Calibri"/>
                <a:cs typeface="Calibri"/>
              </a:rPr>
              <a:t>Visión artificial</a:t>
            </a:r>
          </a:p>
        </p:txBody>
      </p:sp>
      <p:sp>
        <p:nvSpPr>
          <p:cNvPr id="18" name="">
            <a:extLst xmlns:a="http://schemas.openxmlformats.org/drawingml/2006/main">
              <a:ext uri="{FF2B5EF4-FFF2-40B4-BE49-F238E27FC236}">
                <a16:creationId xmlns:a16="http://schemas.microsoft.com/office/drawing/2014/main" id="{8F9A8233-636D-4754-A4E8-CB88D94C46DC}"/>
              </a:ext>
            </a:extLst>
          </p:cNvPr>
          <p:cNvSpPr>
            <a:spLocks xmlns:a="http://schemas.openxmlformats.org/drawingml/2006/main" noGrp="1"/>
          </p:cNvSpPr>
          <p:nvPr/>
        </p:nvSpPr>
        <p:spPr>
          <a:xfrm xmlns:a="http://schemas.openxmlformats.org/drawingml/2006/main">
            <a:off x="6162675" y="6858000"/>
            <a:ext cx="35814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FastAPI · YOLOv8n · EasyOCR</a:t>
            </a:r>
          </a:p>
        </p:txBody>
      </p:sp>
      <p:sp>
        <p:nvSpPr>
          <p:cNvPr id="19" name="">
            <a:extLst xmlns:a="http://schemas.openxmlformats.org/drawingml/2006/main">
              <a:ext uri="{FF2B5EF4-FFF2-40B4-BE49-F238E27FC236}">
                <a16:creationId xmlns:a16="http://schemas.microsoft.com/office/drawing/2014/main" id="{94677CC8-8587-45CF-92FC-8AE74EB3FE01}"/>
              </a:ext>
            </a:extLst>
          </p:cNvPr>
          <p:cNvSpPr>
            <a:spLocks xmlns:a="http://schemas.openxmlformats.org/drawingml/2006/main" noGrp="1"/>
          </p:cNvSpPr>
          <p:nvPr/>
        </p:nvSpPr>
        <p:spPr>
          <a:xfrm xmlns:a="http://schemas.openxmlformats.org/drawingml/2006/main">
            <a:off x="7905750" y="5334000"/>
            <a:ext cx="400050" cy="590550"/>
          </a:xfrm>
          <a:prstGeom xmlns:a="http://schemas.openxmlformats.org/drawingml/2006/main" prst="rightArrow">
            <a:avLst/>
          </a:prstGeom>
          <a:solidFill xmlns:a="http://schemas.openxmlformats.org/drawingml/2006/main">
            <a:srgbClr val="0876B9"/>
          </a:solidFill>
          <a:ln xmlns:a="http://schemas.openxmlformats.org/drawingml/2006/main" w="9525">
            <a:solidFill>
              <a:srgbClr val="0876B9"/>
            </a:solidFill>
            <a:prstDash val="solid"/>
          </a:ln>
        </p:spPr>
      </p:sp>
      <p:sp>
        <p:nvSpPr>
          <p:cNvPr id="20" name="">
            <a:extLst xmlns:a="http://schemas.openxmlformats.org/drawingml/2006/main">
              <a:ext uri="{FF2B5EF4-FFF2-40B4-BE49-F238E27FC236}">
                <a16:creationId xmlns:a16="http://schemas.microsoft.com/office/drawing/2014/main" id="{AEDD135D-A410-4DFE-979A-76056EF14DB5}"/>
              </a:ext>
            </a:extLst>
          </p:cNvPr>
          <p:cNvSpPr>
            <a:spLocks xmlns:a="http://schemas.openxmlformats.org/drawingml/2006/main" noGrp="1"/>
          </p:cNvSpPr>
          <p:nvPr/>
        </p:nvSpPr>
        <p:spPr>
          <a:xfrm xmlns:a="http://schemas.openxmlformats.org/drawingml/2006/main">
            <a:off x="2095500" y="6524625"/>
            <a:ext cx="3429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526176"/>
                </a:solidFill>
                <a:latin typeface="Calibri"/>
                <a:ea typeface="Calibri"/>
                <a:cs typeface="Calibri"/>
              </a:defRPr>
            </a:defPPr>
          </a:lstStyle>
          <a:p xmlns:a="http://schemas.openxmlformats.org/drawingml/2006/main">
            <a:pPr algn="ctr">
              <a:lnSpc>
                <a:spcPct val="105000"/>
              </a:lnSpc>
              <a:buNone/>
              <a:defRPr sz="1875" b="1">
                <a:solidFill>
                  <a:srgbClr val="526176"/>
                </a:solidFill>
                <a:latin typeface="Calibri"/>
                <a:ea typeface="Calibri"/>
                <a:cs typeface="Calibri"/>
              </a:defRPr>
            </a:pPr>
            <a:r>
              <a:rPr sz="1875" b="1">
                <a:solidFill>
                  <a:srgbClr val="526176"/>
                </a:solidFill>
                <a:latin typeface="Calibri"/>
                <a:ea typeface="Calibri"/>
                <a:cs typeface="Calibri"/>
              </a:rPr>
              <a:t>Carga de imagen y lectura de placa</a:t>
            </a:r>
          </a:p>
        </p:txBody>
      </p:sp>
      <p:sp>
        <p:nvSpPr>
          <p:cNvPr id="21" name="">
            <a:extLst xmlns:a="http://schemas.openxmlformats.org/drawingml/2006/main">
              <a:ext uri="{FF2B5EF4-FFF2-40B4-BE49-F238E27FC236}">
                <a16:creationId xmlns:a16="http://schemas.microsoft.com/office/drawing/2014/main" id="{293B3B69-AB39-4C5E-800C-157059DFD444}"/>
              </a:ext>
            </a:extLst>
          </p:cNvPr>
          <p:cNvSpPr>
            <a:spLocks xmlns:a="http://schemas.openxmlformats.org/drawingml/2006/main" noGrp="1"/>
          </p:cNvSpPr>
          <p:nvPr/>
        </p:nvSpPr>
        <p:spPr>
          <a:xfrm xmlns:a="http://schemas.openxmlformats.org/drawingml/2006/main">
            <a:off x="10572750" y="6572250"/>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1">
                <a:solidFill>
                  <a:srgbClr val="122A51"/>
                </a:solidFill>
                <a:latin typeface="Calibri"/>
                <a:ea typeface="Calibri"/>
                <a:cs typeface="Calibri"/>
              </a:defRPr>
            </a:defPPr>
          </a:lstStyle>
          <a:p xmlns:a="http://schemas.openxmlformats.org/drawingml/2006/main">
            <a:pPr algn="ctr">
              <a:lnSpc>
                <a:spcPct val="105000"/>
              </a:lnSpc>
              <a:buNone/>
              <a:defRPr sz="1875" b="1">
                <a:solidFill>
                  <a:srgbClr val="122A51"/>
                </a:solidFill>
                <a:latin typeface="Calibri"/>
                <a:ea typeface="Calibri"/>
                <a:cs typeface="Calibri"/>
              </a:defRPr>
            </a:pPr>
            <a:r>
              <a:rPr sz="1875" b="1">
                <a:solidFill>
                  <a:srgbClr val="122A51"/>
                </a:solidFill>
                <a:latin typeface="Calibri"/>
                <a:ea typeface="Calibri"/>
                <a:cs typeface="Calibri"/>
              </a:rPr>
              <a:t>JWT protege las rutas; el inicio de sesión es anónimo.</a:t>
            </a:r>
          </a:p>
        </p:txBody>
      </p:sp>
    </p:spTree>
    <p:extLst>
      <p:ext uri="{BB962C8B-B14F-4D97-AF65-F5344CB8AC3E}">
        <p14:creationId xmlns:p14="http://schemas.microsoft.com/office/powerpoint/2010/main" val="159629383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01F793CB-716E-472E-B1D5-35C17D547148}"/>
              </a:ext>
            </a:extLst>
          </p:cNvPr>
          <p:cNvPicPr>
            <a:picLocks xmlns:a="http://schemas.openxmlformats.org/drawingml/2006/main" noChangeAspect="1"/>
          </p:cNvPicPr>
          <p:nvPr/>
        </p:nvPicPr>
        <p:blipFill>
          <a:blip xmlns:r="http://schemas.openxmlformats.org/officeDocument/2006/relationships" xmlns:a="http://schemas.openxmlformats.org/drawingml/2006/main" r:embed="Rfe089b971aa14eef"/>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32DB63D-D389-4AC3-99BA-23CCB45DD0F6}"/>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7. MARCO REFERENCIAL</a:t>
            </a:r>
          </a:p>
        </p:txBody>
      </p:sp>
      <p:sp>
        <p:nvSpPr>
          <p:cNvPr id="3" name="">
            <a:extLst xmlns:a="http://schemas.openxmlformats.org/drawingml/2006/main">
              <a:ext uri="{FF2B5EF4-FFF2-40B4-BE49-F238E27FC236}">
                <a16:creationId xmlns:a16="http://schemas.microsoft.com/office/drawing/2014/main" id="{614136A9-1FB4-44A3-A31C-A34494B8076B}"/>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Antecedentes de reconocimiento y control vehicular</a:t>
            </a:r>
          </a:p>
        </p:txBody>
      </p:sp>
      <p:sp>
        <p:nvSpPr>
          <p:cNvPr id="4" name="">
            <a:extLst xmlns:a="http://schemas.openxmlformats.org/drawingml/2006/main">
              <a:ext uri="{FF2B5EF4-FFF2-40B4-BE49-F238E27FC236}">
                <a16:creationId xmlns:a16="http://schemas.microsoft.com/office/drawing/2014/main" id="{6D07A223-E939-4E5F-BACC-02A2D5EC2D30}"/>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5407BE0A-28B1-4202-82C0-B83F9905EBEC}"/>
              </a:ext>
            </a:extLst>
          </p:cNvPr>
          <p:cNvSpPr>
            <a:spLocks xmlns:a="http://schemas.openxmlformats.org/drawingml/2006/main" noGrp="1"/>
          </p:cNvSpPr>
          <p:nvPr/>
        </p:nvSpPr>
        <p:spPr>
          <a:xfrm xmlns:a="http://schemas.openxmlformats.org/drawingml/2006/main">
            <a:off x="1524000" y="2571750"/>
            <a:ext cx="7239000"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4288">
            <a:solidFill>
              <a:srgbClr val="D8E1EB"/>
            </a:solidFill>
            <a:prstDash val="solid"/>
          </a:ln>
        </p:spPr>
      </p:sp>
      <p:sp>
        <p:nvSpPr>
          <p:cNvPr id="6" name="">
            <a:extLst xmlns:a="http://schemas.openxmlformats.org/drawingml/2006/main">
              <a:ext uri="{FF2B5EF4-FFF2-40B4-BE49-F238E27FC236}">
                <a16:creationId xmlns:a16="http://schemas.microsoft.com/office/drawing/2014/main" id="{625D5180-69E7-4B8A-87C6-C1B1BDA0219B}"/>
              </a:ext>
            </a:extLst>
          </p:cNvPr>
          <p:cNvSpPr>
            <a:spLocks xmlns:a="http://schemas.openxmlformats.org/drawingml/2006/main" noGrp="1"/>
          </p:cNvSpPr>
          <p:nvPr/>
        </p:nvSpPr>
        <p:spPr>
          <a:xfrm xmlns:a="http://schemas.openxmlformats.org/drawingml/2006/main">
            <a:off x="1524000" y="2571750"/>
            <a:ext cx="114300" cy="2190750"/>
          </a:xfrm>
          <a:prstGeom xmlns:a="http://schemas.openxmlformats.org/drawingml/2006/main" prst="rect">
            <a:avLst/>
          </a:prstGeom>
          <a:solidFill xmlns:a="http://schemas.openxmlformats.org/drawingml/2006/main">
            <a:srgbClr val="0876B9"/>
          </a:solidFill>
          <a:ln xmlns:a="http://schemas.openxmlformats.org/drawingml/2006/main" w="14288">
            <a:solidFill>
              <a:srgbClr val="0876B9"/>
            </a:solidFill>
            <a:prstDash val="solid"/>
          </a:ln>
        </p:spPr>
      </p:sp>
      <p:sp>
        <p:nvSpPr>
          <p:cNvPr id="7" name="">
            <a:extLst xmlns:a="http://schemas.openxmlformats.org/drawingml/2006/main">
              <a:ext uri="{FF2B5EF4-FFF2-40B4-BE49-F238E27FC236}">
                <a16:creationId xmlns:a16="http://schemas.microsoft.com/office/drawing/2014/main" id="{09A6706E-CCC3-49D6-98C9-714CA0D9592A}"/>
              </a:ext>
            </a:extLst>
          </p:cNvPr>
          <p:cNvSpPr>
            <a:spLocks xmlns:a="http://schemas.openxmlformats.org/drawingml/2006/main" noGrp="1"/>
          </p:cNvSpPr>
          <p:nvPr/>
        </p:nvSpPr>
        <p:spPr>
          <a:xfrm xmlns:a="http://schemas.openxmlformats.org/drawingml/2006/main">
            <a:off x="1809750" y="2781300"/>
            <a:ext cx="6715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22A51"/>
                </a:solidFill>
                <a:latin typeface="Calibri"/>
                <a:ea typeface="Calibri"/>
                <a:cs typeface="Calibri"/>
              </a:defRPr>
            </a:defPPr>
          </a:lstStyle>
          <a:p xmlns:a="http://schemas.openxmlformats.org/drawingml/2006/main">
            <a:pPr algn="l">
              <a:lnSpc>
                <a:spcPct val="105000"/>
              </a:lnSpc>
              <a:buNone/>
              <a:defRPr sz="1950" b="1">
                <a:solidFill>
                  <a:srgbClr val="122A51"/>
                </a:solidFill>
                <a:latin typeface="Calibri"/>
                <a:ea typeface="Calibri"/>
                <a:cs typeface="Calibri"/>
              </a:defRPr>
            </a:pPr>
            <a:r>
              <a:rPr sz="1950" b="1">
                <a:solidFill>
                  <a:srgbClr val="122A51"/>
                </a:solidFill>
                <a:latin typeface="Calibri"/>
                <a:ea typeface="Calibri"/>
                <a:cs typeface="Calibri"/>
              </a:rPr>
              <a:t>Universidad Estatal Península de Santa Elena · 2024</a:t>
            </a:r>
          </a:p>
        </p:txBody>
      </p:sp>
      <p:sp>
        <p:nvSpPr>
          <p:cNvPr id="8" name="">
            <a:extLst xmlns:a="http://schemas.openxmlformats.org/drawingml/2006/main">
              <a:ext uri="{FF2B5EF4-FFF2-40B4-BE49-F238E27FC236}">
                <a16:creationId xmlns:a16="http://schemas.microsoft.com/office/drawing/2014/main" id="{654E9DCB-E36D-40EB-B2C1-FAF605794A91}"/>
              </a:ext>
            </a:extLst>
          </p:cNvPr>
          <p:cNvSpPr>
            <a:spLocks xmlns:a="http://schemas.openxmlformats.org/drawingml/2006/main" noGrp="1"/>
          </p:cNvSpPr>
          <p:nvPr/>
        </p:nvSpPr>
        <p:spPr>
          <a:xfrm xmlns:a="http://schemas.openxmlformats.org/drawingml/2006/main">
            <a:off x="1809750" y="3371850"/>
            <a:ext cx="66865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a:solidFill>
                  <a:srgbClr val="17243A"/>
                </a:solidFill>
                <a:latin typeface="Calibri"/>
                <a:ea typeface="Calibri"/>
                <a:cs typeface="Calibri"/>
              </a:defRPr>
            </a:defPPr>
          </a:lstStyle>
          <a:p xmlns:a="http://schemas.openxmlformats.org/drawingml/2006/main">
            <a:pPr algn="l">
              <a:lnSpc>
                <a:spcPct val="108000"/>
              </a:lnSpc>
              <a:buNone/>
              <a:defRPr sz="2025">
                <a:solidFill>
                  <a:srgbClr val="17243A"/>
                </a:solidFill>
                <a:latin typeface="Calibri"/>
                <a:ea typeface="Calibri"/>
                <a:cs typeface="Calibri"/>
              </a:defRPr>
            </a:pPr>
            <a:r>
              <a:rPr sz="2025">
                <a:solidFill>
                  <a:srgbClr val="17243A"/>
                </a:solidFill>
                <a:latin typeface="Calibri"/>
                <a:ea typeface="Calibri"/>
                <a:cs typeface="Calibri"/>
              </a:rPr>
              <a:t>Detección y registro de placas mediante visión por computador para acceso a instalaciones universitarias.</a:t>
            </a:r>
          </a:p>
        </p:txBody>
      </p:sp>
      <p:sp>
        <p:nvSpPr>
          <p:cNvPr id="9" name="">
            <a:extLst xmlns:a="http://schemas.openxmlformats.org/drawingml/2006/main">
              <a:ext uri="{FF2B5EF4-FFF2-40B4-BE49-F238E27FC236}">
                <a16:creationId xmlns:a16="http://schemas.microsoft.com/office/drawing/2014/main" id="{B90D6B6D-59F9-4E4D-A4B7-CFF040EDE222}"/>
              </a:ext>
            </a:extLst>
          </p:cNvPr>
          <p:cNvSpPr>
            <a:spLocks xmlns:a="http://schemas.openxmlformats.org/drawingml/2006/main" noGrp="1"/>
          </p:cNvSpPr>
          <p:nvPr/>
        </p:nvSpPr>
        <p:spPr>
          <a:xfrm xmlns:a="http://schemas.openxmlformats.org/drawingml/2006/main">
            <a:off x="9525000" y="2571750"/>
            <a:ext cx="7239000"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4288">
            <a:solidFill>
              <a:srgbClr val="D8E1EB"/>
            </a:solidFill>
            <a:prstDash val="solid"/>
          </a:ln>
        </p:spPr>
      </p:sp>
      <p:sp>
        <p:nvSpPr>
          <p:cNvPr id="10" name="">
            <a:extLst xmlns:a="http://schemas.openxmlformats.org/drawingml/2006/main">
              <a:ext uri="{FF2B5EF4-FFF2-40B4-BE49-F238E27FC236}">
                <a16:creationId xmlns:a16="http://schemas.microsoft.com/office/drawing/2014/main" id="{5AF4AD2A-9DE5-4D92-B300-87C0622F4D0D}"/>
              </a:ext>
            </a:extLst>
          </p:cNvPr>
          <p:cNvSpPr>
            <a:spLocks xmlns:a="http://schemas.openxmlformats.org/drawingml/2006/main" noGrp="1"/>
          </p:cNvSpPr>
          <p:nvPr/>
        </p:nvSpPr>
        <p:spPr>
          <a:xfrm xmlns:a="http://schemas.openxmlformats.org/drawingml/2006/main">
            <a:off x="9525000" y="2571750"/>
            <a:ext cx="114300" cy="2190750"/>
          </a:xfrm>
          <a:prstGeom xmlns:a="http://schemas.openxmlformats.org/drawingml/2006/main" prst="rect">
            <a:avLst/>
          </a:prstGeom>
          <a:solidFill xmlns:a="http://schemas.openxmlformats.org/drawingml/2006/main">
            <a:srgbClr val="F28C28"/>
          </a:solidFill>
          <a:ln xmlns:a="http://schemas.openxmlformats.org/drawingml/2006/main" w="14288">
            <a:solidFill>
              <a:srgbClr val="F28C28"/>
            </a:solidFill>
            <a:prstDash val="solid"/>
          </a:ln>
        </p:spPr>
      </p:sp>
      <p:sp>
        <p:nvSpPr>
          <p:cNvPr id="11" name="">
            <a:extLst xmlns:a="http://schemas.openxmlformats.org/drawingml/2006/main">
              <a:ext uri="{FF2B5EF4-FFF2-40B4-BE49-F238E27FC236}">
                <a16:creationId xmlns:a16="http://schemas.microsoft.com/office/drawing/2014/main" id="{5D24DC90-2F7E-453D-A8E6-13C54CD6B12A}"/>
              </a:ext>
            </a:extLst>
          </p:cNvPr>
          <p:cNvSpPr>
            <a:spLocks xmlns:a="http://schemas.openxmlformats.org/drawingml/2006/main" noGrp="1"/>
          </p:cNvSpPr>
          <p:nvPr/>
        </p:nvSpPr>
        <p:spPr>
          <a:xfrm xmlns:a="http://schemas.openxmlformats.org/drawingml/2006/main">
            <a:off x="9810750" y="2781300"/>
            <a:ext cx="6715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22A51"/>
                </a:solidFill>
                <a:latin typeface="Calibri"/>
                <a:ea typeface="Calibri"/>
                <a:cs typeface="Calibri"/>
              </a:defRPr>
            </a:defPPr>
          </a:lstStyle>
          <a:p xmlns:a="http://schemas.openxmlformats.org/drawingml/2006/main">
            <a:pPr algn="l">
              <a:lnSpc>
                <a:spcPct val="105000"/>
              </a:lnSpc>
              <a:buNone/>
              <a:defRPr sz="1950" b="1">
                <a:solidFill>
                  <a:srgbClr val="122A51"/>
                </a:solidFill>
                <a:latin typeface="Calibri"/>
                <a:ea typeface="Calibri"/>
                <a:cs typeface="Calibri"/>
              </a:defRPr>
            </a:pPr>
            <a:r>
              <a:rPr sz="1950" b="1">
                <a:solidFill>
                  <a:srgbClr val="122A51"/>
                </a:solidFill>
                <a:latin typeface="Calibri"/>
                <a:ea typeface="Calibri"/>
                <a:cs typeface="Calibri"/>
              </a:rPr>
              <a:t>Universidad Ricardo Palma · 2022</a:t>
            </a:r>
          </a:p>
        </p:txBody>
      </p:sp>
      <p:sp>
        <p:nvSpPr>
          <p:cNvPr id="12" name="">
            <a:extLst xmlns:a="http://schemas.openxmlformats.org/drawingml/2006/main">
              <a:ext uri="{FF2B5EF4-FFF2-40B4-BE49-F238E27FC236}">
                <a16:creationId xmlns:a16="http://schemas.microsoft.com/office/drawing/2014/main" id="{10EB6D3F-A577-489A-88E0-43382EEF77D2}"/>
              </a:ext>
            </a:extLst>
          </p:cNvPr>
          <p:cNvSpPr>
            <a:spLocks xmlns:a="http://schemas.openxmlformats.org/drawingml/2006/main" noGrp="1"/>
          </p:cNvSpPr>
          <p:nvPr/>
        </p:nvSpPr>
        <p:spPr>
          <a:xfrm xmlns:a="http://schemas.openxmlformats.org/drawingml/2006/main">
            <a:off x="9810750" y="3371850"/>
            <a:ext cx="66865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a:solidFill>
                  <a:srgbClr val="17243A"/>
                </a:solidFill>
                <a:latin typeface="Calibri"/>
                <a:ea typeface="Calibri"/>
                <a:cs typeface="Calibri"/>
              </a:defRPr>
            </a:defPPr>
          </a:lstStyle>
          <a:p xmlns:a="http://schemas.openxmlformats.org/drawingml/2006/main">
            <a:pPr algn="l">
              <a:lnSpc>
                <a:spcPct val="108000"/>
              </a:lnSpc>
              <a:buNone/>
              <a:defRPr sz="2025">
                <a:solidFill>
                  <a:srgbClr val="17243A"/>
                </a:solidFill>
                <a:latin typeface="Calibri"/>
                <a:ea typeface="Calibri"/>
                <a:cs typeface="Calibri"/>
              </a:defRPr>
            </a:pPr>
            <a:r>
              <a:rPr sz="2025">
                <a:solidFill>
                  <a:srgbClr val="17243A"/>
                </a:solidFill>
                <a:latin typeface="Calibri"/>
                <a:ea typeface="Calibri"/>
                <a:cs typeface="Calibri"/>
              </a:rPr>
              <a:t>Red neuronal convolucional para detección y conteo de vehículos en un estacionamiento universitario.</a:t>
            </a:r>
          </a:p>
        </p:txBody>
      </p:sp>
      <p:sp>
        <p:nvSpPr>
          <p:cNvPr id="13" name="">
            <a:extLst xmlns:a="http://schemas.openxmlformats.org/drawingml/2006/main">
              <a:ext uri="{FF2B5EF4-FFF2-40B4-BE49-F238E27FC236}">
                <a16:creationId xmlns:a16="http://schemas.microsoft.com/office/drawing/2014/main" id="{ADE727F9-CFC6-496D-AD31-2EDA63923483}"/>
              </a:ext>
            </a:extLst>
          </p:cNvPr>
          <p:cNvSpPr>
            <a:spLocks xmlns:a="http://schemas.openxmlformats.org/drawingml/2006/main" noGrp="1"/>
          </p:cNvSpPr>
          <p:nvPr/>
        </p:nvSpPr>
        <p:spPr>
          <a:xfrm xmlns:a="http://schemas.openxmlformats.org/drawingml/2006/main">
            <a:off x="1524000" y="5286375"/>
            <a:ext cx="7239000"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4288">
            <a:solidFill>
              <a:srgbClr val="D8E1EB"/>
            </a:solidFill>
            <a:prstDash val="solid"/>
          </a:ln>
        </p:spPr>
      </p:sp>
      <p:sp>
        <p:nvSpPr>
          <p:cNvPr id="14" name="">
            <a:extLst xmlns:a="http://schemas.openxmlformats.org/drawingml/2006/main">
              <a:ext uri="{FF2B5EF4-FFF2-40B4-BE49-F238E27FC236}">
                <a16:creationId xmlns:a16="http://schemas.microsoft.com/office/drawing/2014/main" id="{F4B11D0F-5CEC-46C0-AEAA-58F193F9C27A}"/>
              </a:ext>
            </a:extLst>
          </p:cNvPr>
          <p:cNvSpPr>
            <a:spLocks xmlns:a="http://schemas.openxmlformats.org/drawingml/2006/main" noGrp="1"/>
          </p:cNvSpPr>
          <p:nvPr/>
        </p:nvSpPr>
        <p:spPr>
          <a:xfrm xmlns:a="http://schemas.openxmlformats.org/drawingml/2006/main">
            <a:off x="1524000" y="5286375"/>
            <a:ext cx="114300" cy="2190750"/>
          </a:xfrm>
          <a:prstGeom xmlns:a="http://schemas.openxmlformats.org/drawingml/2006/main" prst="rect">
            <a:avLst/>
          </a:prstGeom>
          <a:solidFill xmlns:a="http://schemas.openxmlformats.org/drawingml/2006/main">
            <a:srgbClr val="55A630"/>
          </a:solidFill>
          <a:ln xmlns:a="http://schemas.openxmlformats.org/drawingml/2006/main" w="14288">
            <a:solidFill>
              <a:srgbClr val="55A630"/>
            </a:solidFill>
            <a:prstDash val="solid"/>
          </a:ln>
        </p:spPr>
      </p:sp>
      <p:sp>
        <p:nvSpPr>
          <p:cNvPr id="15" name="">
            <a:extLst xmlns:a="http://schemas.openxmlformats.org/drawingml/2006/main">
              <a:ext uri="{FF2B5EF4-FFF2-40B4-BE49-F238E27FC236}">
                <a16:creationId xmlns:a16="http://schemas.microsoft.com/office/drawing/2014/main" id="{883BAF47-39F7-4B76-AFE4-CCB193A49C1F}"/>
              </a:ext>
            </a:extLst>
          </p:cNvPr>
          <p:cNvSpPr>
            <a:spLocks xmlns:a="http://schemas.openxmlformats.org/drawingml/2006/main" noGrp="1"/>
          </p:cNvSpPr>
          <p:nvPr/>
        </p:nvSpPr>
        <p:spPr>
          <a:xfrm xmlns:a="http://schemas.openxmlformats.org/drawingml/2006/main">
            <a:off x="1809750" y="5495925"/>
            <a:ext cx="6715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22A51"/>
                </a:solidFill>
                <a:latin typeface="Calibri"/>
                <a:ea typeface="Calibri"/>
                <a:cs typeface="Calibri"/>
              </a:defRPr>
            </a:defPPr>
          </a:lstStyle>
          <a:p xmlns:a="http://schemas.openxmlformats.org/drawingml/2006/main">
            <a:pPr algn="l">
              <a:lnSpc>
                <a:spcPct val="105000"/>
              </a:lnSpc>
              <a:buNone/>
              <a:defRPr sz="1950" b="1">
                <a:solidFill>
                  <a:srgbClr val="122A51"/>
                </a:solidFill>
                <a:latin typeface="Calibri"/>
                <a:ea typeface="Calibri"/>
                <a:cs typeface="Calibri"/>
              </a:defRPr>
            </a:pPr>
            <a:r>
              <a:rPr sz="1950" b="1">
                <a:solidFill>
                  <a:srgbClr val="122A51"/>
                </a:solidFill>
                <a:latin typeface="Calibri"/>
                <a:ea typeface="Calibri"/>
                <a:cs typeface="Calibri"/>
              </a:rPr>
              <a:t>Universidad EAFIT · 2024</a:t>
            </a:r>
          </a:p>
        </p:txBody>
      </p:sp>
      <p:sp>
        <p:nvSpPr>
          <p:cNvPr id="16" name="">
            <a:extLst xmlns:a="http://schemas.openxmlformats.org/drawingml/2006/main">
              <a:ext uri="{FF2B5EF4-FFF2-40B4-BE49-F238E27FC236}">
                <a16:creationId xmlns:a16="http://schemas.microsoft.com/office/drawing/2014/main" id="{648BDEE1-6094-4EB1-9964-3FD15C541DAF}"/>
              </a:ext>
            </a:extLst>
          </p:cNvPr>
          <p:cNvSpPr>
            <a:spLocks xmlns:a="http://schemas.openxmlformats.org/drawingml/2006/main" noGrp="1"/>
          </p:cNvSpPr>
          <p:nvPr/>
        </p:nvSpPr>
        <p:spPr>
          <a:xfrm xmlns:a="http://schemas.openxmlformats.org/drawingml/2006/main">
            <a:off x="1809750" y="6086475"/>
            <a:ext cx="66865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a:solidFill>
                  <a:srgbClr val="17243A"/>
                </a:solidFill>
                <a:latin typeface="Calibri"/>
                <a:ea typeface="Calibri"/>
                <a:cs typeface="Calibri"/>
              </a:defRPr>
            </a:defPPr>
          </a:lstStyle>
          <a:p xmlns:a="http://schemas.openxmlformats.org/drawingml/2006/main">
            <a:pPr algn="l">
              <a:lnSpc>
                <a:spcPct val="108000"/>
              </a:lnSpc>
              <a:buNone/>
              <a:defRPr sz="2025">
                <a:solidFill>
                  <a:srgbClr val="17243A"/>
                </a:solidFill>
                <a:latin typeface="Calibri"/>
                <a:ea typeface="Calibri"/>
                <a:cs typeface="Calibri"/>
              </a:defRPr>
            </a:pPr>
            <a:r>
              <a:rPr sz="2025">
                <a:solidFill>
                  <a:srgbClr val="17243A"/>
                </a:solidFill>
                <a:latin typeface="Calibri"/>
                <a:ea typeface="Calibri"/>
                <a:cs typeface="Calibri"/>
              </a:rPr>
              <a:t>Reconocimiento de placas colombianas con redes convolucionales para controlar el acceso residencial.</a:t>
            </a:r>
          </a:p>
        </p:txBody>
      </p:sp>
      <p:sp>
        <p:nvSpPr>
          <p:cNvPr id="17" name="">
            <a:extLst xmlns:a="http://schemas.openxmlformats.org/drawingml/2006/main">
              <a:ext uri="{FF2B5EF4-FFF2-40B4-BE49-F238E27FC236}">
                <a16:creationId xmlns:a16="http://schemas.microsoft.com/office/drawing/2014/main" id="{EEEAC5F1-9F49-4D95-9090-20ABCD78F026}"/>
              </a:ext>
            </a:extLst>
          </p:cNvPr>
          <p:cNvSpPr>
            <a:spLocks xmlns:a="http://schemas.openxmlformats.org/drawingml/2006/main" noGrp="1"/>
          </p:cNvSpPr>
          <p:nvPr/>
        </p:nvSpPr>
        <p:spPr>
          <a:xfrm xmlns:a="http://schemas.openxmlformats.org/drawingml/2006/main">
            <a:off x="9525000" y="5286375"/>
            <a:ext cx="7239000" cy="2190750"/>
          </a:xfrm>
          <a:prstGeom xmlns:a="http://schemas.openxmlformats.org/drawingml/2006/main" prst="roundRect">
            <a:avLst>
              <a:gd name="adj" fmla="val 7826"/>
            </a:avLst>
          </a:prstGeom>
          <a:solidFill xmlns:a="http://schemas.openxmlformats.org/drawingml/2006/main">
            <a:srgbClr val="F2F8FC"/>
          </a:solidFill>
          <a:ln xmlns:a="http://schemas.openxmlformats.org/drawingml/2006/main" w="14288">
            <a:solidFill>
              <a:srgbClr val="BFD6E9"/>
            </a:solidFill>
            <a:prstDash val="solid"/>
          </a:ln>
        </p:spPr>
      </p:sp>
      <p:sp>
        <p:nvSpPr>
          <p:cNvPr id="18" name="">
            <a:extLst xmlns:a="http://schemas.openxmlformats.org/drawingml/2006/main">
              <a:ext uri="{FF2B5EF4-FFF2-40B4-BE49-F238E27FC236}">
                <a16:creationId xmlns:a16="http://schemas.microsoft.com/office/drawing/2014/main" id="{CC2496C1-6F50-44E4-B033-1522B8BC253E}"/>
              </a:ext>
            </a:extLst>
          </p:cNvPr>
          <p:cNvSpPr>
            <a:spLocks xmlns:a="http://schemas.openxmlformats.org/drawingml/2006/main" noGrp="1"/>
          </p:cNvSpPr>
          <p:nvPr/>
        </p:nvSpPr>
        <p:spPr>
          <a:xfrm xmlns:a="http://schemas.openxmlformats.org/drawingml/2006/main">
            <a:off x="9810750" y="5572125"/>
            <a:ext cx="657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22A51"/>
                </a:solidFill>
                <a:latin typeface="Calibri"/>
                <a:ea typeface="Calibri"/>
                <a:cs typeface="Calibri"/>
              </a:defRPr>
            </a:defPPr>
          </a:lstStyle>
          <a:p xmlns:a="http://schemas.openxmlformats.org/drawingml/2006/main">
            <a:pPr algn="l">
              <a:lnSpc>
                <a:spcPct val="105000"/>
              </a:lnSpc>
              <a:buNone/>
              <a:defRPr sz="2250" b="1">
                <a:solidFill>
                  <a:srgbClr val="122A51"/>
                </a:solidFill>
                <a:latin typeface="Calibri"/>
                <a:ea typeface="Calibri"/>
                <a:cs typeface="Calibri"/>
              </a:defRPr>
            </a:pPr>
            <a:r>
              <a:rPr sz="2250" b="1">
                <a:solidFill>
                  <a:srgbClr val="122A51"/>
                </a:solidFill>
                <a:latin typeface="Calibri"/>
                <a:ea typeface="Calibri"/>
                <a:cs typeface="Calibri"/>
              </a:rPr>
              <a:t>Aporte al proyecto UPC</a:t>
            </a:r>
          </a:p>
        </p:txBody>
      </p:sp>
      <p:sp>
        <p:nvSpPr>
          <p:cNvPr id="19" name="">
            <a:extLst xmlns:a="http://schemas.openxmlformats.org/drawingml/2006/main">
              <a:ext uri="{FF2B5EF4-FFF2-40B4-BE49-F238E27FC236}">
                <a16:creationId xmlns:a16="http://schemas.microsoft.com/office/drawing/2014/main" id="{B00112DD-DD2D-402F-B7B8-3D4E1181F24D}"/>
              </a:ext>
            </a:extLst>
          </p:cNvPr>
          <p:cNvSpPr>
            <a:spLocks xmlns:a="http://schemas.openxmlformats.org/drawingml/2006/main" noGrp="1"/>
          </p:cNvSpPr>
          <p:nvPr/>
        </p:nvSpPr>
        <p:spPr>
          <a:xfrm xmlns:a="http://schemas.openxmlformats.org/drawingml/2006/main">
            <a:off x="9810750" y="6210300"/>
            <a:ext cx="6572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a:solidFill>
                  <a:srgbClr val="17243A"/>
                </a:solidFill>
                <a:latin typeface="Calibri"/>
                <a:ea typeface="Calibri"/>
                <a:cs typeface="Calibri"/>
              </a:defRPr>
            </a:defPPr>
          </a:lstStyle>
          <a:p xmlns:a="http://schemas.openxmlformats.org/drawingml/2006/main">
            <a:pPr algn="l">
              <a:lnSpc>
                <a:spcPct val="105000"/>
              </a:lnSpc>
              <a:buNone/>
              <a:defRPr sz="2025">
                <a:solidFill>
                  <a:srgbClr val="17243A"/>
                </a:solidFill>
                <a:latin typeface="Calibri"/>
                <a:ea typeface="Calibri"/>
                <a:cs typeface="Calibri"/>
              </a:defRPr>
            </a:pPr>
            <a:r>
              <a:rPr sz="2025">
                <a:solidFill>
                  <a:srgbClr val="17243A"/>
                </a:solidFill>
                <a:latin typeface="Calibri"/>
                <a:ea typeface="Calibri"/>
                <a:cs typeface="Calibri"/>
              </a:rPr>
              <a:t>Adaptar la automatización al flujo de acceso universitario y a la gestión de usuarios autorizados.</a:t>
            </a:r>
          </a:p>
        </p:txBody>
      </p:sp>
    </p:spTree>
    <p:extLst>
      <p:ext uri="{BB962C8B-B14F-4D97-AF65-F5344CB8AC3E}">
        <p14:creationId xmlns:p14="http://schemas.microsoft.com/office/powerpoint/2010/main" val="35086609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9507B1FB-5BD4-47DC-B112-E75966D8DC2B}"/>
              </a:ext>
            </a:extLst>
          </p:cNvPr>
          <p:cNvPicPr>
            <a:picLocks xmlns:a="http://schemas.openxmlformats.org/drawingml/2006/main" noChangeAspect="1"/>
          </p:cNvPicPr>
          <p:nvPr/>
        </p:nvPicPr>
        <p:blipFill>
          <a:blip xmlns:r="http://schemas.openxmlformats.org/officeDocument/2006/relationships" xmlns:a="http://schemas.openxmlformats.org/drawingml/2006/main" r:embed="Ra96e9afd4ecf4bf0"/>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FB399D4-B8C3-428F-9C5A-9E64F7A6949C}"/>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7. MARCO REFERENCIAL</a:t>
            </a:r>
          </a:p>
        </p:txBody>
      </p:sp>
      <p:sp>
        <p:nvSpPr>
          <p:cNvPr id="3" name="">
            <a:extLst xmlns:a="http://schemas.openxmlformats.org/drawingml/2006/main">
              <a:ext uri="{FF2B5EF4-FFF2-40B4-BE49-F238E27FC236}">
                <a16:creationId xmlns:a16="http://schemas.microsoft.com/office/drawing/2014/main" id="{74C081D7-5560-4DED-9F2E-0F8B1429C504}"/>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De la imagen al dato de acceso</a:t>
            </a:r>
          </a:p>
        </p:txBody>
      </p:sp>
      <p:sp>
        <p:nvSpPr>
          <p:cNvPr id="4" name="">
            <a:extLst xmlns:a="http://schemas.openxmlformats.org/drawingml/2006/main">
              <a:ext uri="{FF2B5EF4-FFF2-40B4-BE49-F238E27FC236}">
                <a16:creationId xmlns:a16="http://schemas.microsoft.com/office/drawing/2014/main" id="{A026DC8A-B10B-4001-B7B2-E247F9BCAFED}"/>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48AE14B1-C3DC-41CD-AE22-C0E6ECC86A60}"/>
              </a:ext>
            </a:extLst>
          </p:cNvPr>
          <p:cNvSpPr>
            <a:spLocks xmlns:a="http://schemas.openxmlformats.org/drawingml/2006/main" noGrp="1"/>
          </p:cNvSpPr>
          <p:nvPr/>
        </p:nvSpPr>
        <p:spPr>
          <a:xfrm xmlns:a="http://schemas.openxmlformats.org/drawingml/2006/main">
            <a:off x="1333500" y="3190875"/>
            <a:ext cx="3429000"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4288">
            <a:solidFill>
              <a:srgbClr val="C9D5E4"/>
            </a:solidFill>
            <a:prstDash val="solid"/>
          </a:ln>
        </p:spPr>
      </p:sp>
      <p:sp>
        <p:nvSpPr>
          <p:cNvPr id="6" name="">
            <a:extLst xmlns:a="http://schemas.openxmlformats.org/drawingml/2006/main">
              <a:ext uri="{FF2B5EF4-FFF2-40B4-BE49-F238E27FC236}">
                <a16:creationId xmlns:a16="http://schemas.microsoft.com/office/drawing/2014/main" id="{45405812-8604-43C1-935A-22E209CEA849}"/>
              </a:ext>
            </a:extLst>
          </p:cNvPr>
          <p:cNvSpPr>
            <a:spLocks xmlns:a="http://schemas.openxmlformats.org/drawingml/2006/main" noGrp="1"/>
          </p:cNvSpPr>
          <p:nvPr/>
        </p:nvSpPr>
        <p:spPr>
          <a:xfrm xmlns:a="http://schemas.openxmlformats.org/drawingml/2006/main">
            <a:off x="1504950" y="3381375"/>
            <a:ext cx="3086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0876B9"/>
                </a:solidFill>
                <a:latin typeface="Calibri"/>
                <a:ea typeface="Calibri"/>
                <a:cs typeface="Calibri"/>
              </a:defRPr>
            </a:defPPr>
          </a:lstStyle>
          <a:p xmlns:a="http://schemas.openxmlformats.org/drawingml/2006/main">
            <a:pPr algn="ctr">
              <a:lnSpc>
                <a:spcPct val="105000"/>
              </a:lnSpc>
              <a:buNone/>
              <a:defRPr sz="2025" b="1">
                <a:solidFill>
                  <a:srgbClr val="0876B9"/>
                </a:solidFill>
                <a:latin typeface="Calibri"/>
                <a:ea typeface="Calibri"/>
                <a:cs typeface="Calibri"/>
              </a:defRPr>
            </a:pPr>
            <a:r>
              <a:rPr sz="2025" b="1">
                <a:solidFill>
                  <a:srgbClr val="0876B9"/>
                </a:solidFill>
                <a:latin typeface="Calibri"/>
                <a:ea typeface="Calibri"/>
                <a:cs typeface="Calibri"/>
              </a:rPr>
              <a:t>Visión por computador</a:t>
            </a:r>
          </a:p>
        </p:txBody>
      </p:sp>
      <p:sp>
        <p:nvSpPr>
          <p:cNvPr id="7" name="">
            <a:extLst xmlns:a="http://schemas.openxmlformats.org/drawingml/2006/main">
              <a:ext uri="{FF2B5EF4-FFF2-40B4-BE49-F238E27FC236}">
                <a16:creationId xmlns:a16="http://schemas.microsoft.com/office/drawing/2014/main" id="{539536E9-410C-48D7-8396-CAC024B2A5E1}"/>
              </a:ext>
            </a:extLst>
          </p:cNvPr>
          <p:cNvSpPr>
            <a:spLocks xmlns:a="http://schemas.openxmlformats.org/drawingml/2006/main" noGrp="1"/>
          </p:cNvSpPr>
          <p:nvPr/>
        </p:nvSpPr>
        <p:spPr>
          <a:xfrm xmlns:a="http://schemas.openxmlformats.org/drawingml/2006/main">
            <a:off x="1543050" y="3952875"/>
            <a:ext cx="30099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Analiza la imagen capturada.</a:t>
            </a:r>
          </a:p>
        </p:txBody>
      </p:sp>
      <p:sp>
        <p:nvSpPr>
          <p:cNvPr id="8" name="">
            <a:extLst xmlns:a="http://schemas.openxmlformats.org/drawingml/2006/main">
              <a:ext uri="{FF2B5EF4-FFF2-40B4-BE49-F238E27FC236}">
                <a16:creationId xmlns:a16="http://schemas.microsoft.com/office/drawing/2014/main" id="{FEBDF1EA-BC2B-47DE-AAE5-00E6D060E174}"/>
              </a:ext>
            </a:extLst>
          </p:cNvPr>
          <p:cNvSpPr>
            <a:spLocks xmlns:a="http://schemas.openxmlformats.org/drawingml/2006/main" noGrp="1"/>
          </p:cNvSpPr>
          <p:nvPr/>
        </p:nvSpPr>
        <p:spPr>
          <a:xfrm xmlns:a="http://schemas.openxmlformats.org/drawingml/2006/main">
            <a:off x="4857750" y="4095750"/>
            <a:ext cx="495300" cy="342900"/>
          </a:xfrm>
          <a:prstGeom xmlns:a="http://schemas.openxmlformats.org/drawingml/2006/main" prst="rightArrow">
            <a:avLst/>
          </a:prstGeom>
          <a:solidFill xmlns:a="http://schemas.openxmlformats.org/drawingml/2006/main">
            <a:srgbClr val="F28C28"/>
          </a:solidFill>
          <a:ln xmlns:a="http://schemas.openxmlformats.org/drawingml/2006/main" w="9525">
            <a:solidFill>
              <a:srgbClr val="F28C28"/>
            </a:solidFill>
            <a:prstDash val="solid"/>
          </a:ln>
        </p:spPr>
      </p:sp>
      <p:sp>
        <p:nvSpPr>
          <p:cNvPr id="9" name="">
            <a:extLst xmlns:a="http://schemas.openxmlformats.org/drawingml/2006/main">
              <a:ext uri="{FF2B5EF4-FFF2-40B4-BE49-F238E27FC236}">
                <a16:creationId xmlns:a16="http://schemas.microsoft.com/office/drawing/2014/main" id="{299618DE-E670-4BC0-A420-3D2ACFD4D3FB}"/>
              </a:ext>
            </a:extLst>
          </p:cNvPr>
          <p:cNvSpPr>
            <a:spLocks xmlns:a="http://schemas.openxmlformats.org/drawingml/2006/main" noGrp="1"/>
          </p:cNvSpPr>
          <p:nvPr/>
        </p:nvSpPr>
        <p:spPr>
          <a:xfrm xmlns:a="http://schemas.openxmlformats.org/drawingml/2006/main">
            <a:off x="5429250" y="3190875"/>
            <a:ext cx="3429000"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4288">
            <a:solidFill>
              <a:srgbClr val="C9D5E4"/>
            </a:solidFill>
            <a:prstDash val="solid"/>
          </a:ln>
        </p:spPr>
      </p:sp>
      <p:sp>
        <p:nvSpPr>
          <p:cNvPr id="10" name="">
            <a:extLst xmlns:a="http://schemas.openxmlformats.org/drawingml/2006/main">
              <a:ext uri="{FF2B5EF4-FFF2-40B4-BE49-F238E27FC236}">
                <a16:creationId xmlns:a16="http://schemas.microsoft.com/office/drawing/2014/main" id="{CD2FA048-474F-43A2-B520-2F4486C37232}"/>
              </a:ext>
            </a:extLst>
          </p:cNvPr>
          <p:cNvSpPr>
            <a:spLocks xmlns:a="http://schemas.openxmlformats.org/drawingml/2006/main" noGrp="1"/>
          </p:cNvSpPr>
          <p:nvPr/>
        </p:nvSpPr>
        <p:spPr>
          <a:xfrm xmlns:a="http://schemas.openxmlformats.org/drawingml/2006/main">
            <a:off x="5600700" y="3381375"/>
            <a:ext cx="3086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F28C28"/>
                </a:solidFill>
                <a:latin typeface="Calibri"/>
                <a:ea typeface="Calibri"/>
                <a:cs typeface="Calibri"/>
              </a:defRPr>
            </a:defPPr>
          </a:lstStyle>
          <a:p xmlns:a="http://schemas.openxmlformats.org/drawingml/2006/main">
            <a:pPr algn="ctr">
              <a:lnSpc>
                <a:spcPct val="105000"/>
              </a:lnSpc>
              <a:buNone/>
              <a:defRPr sz="2025" b="1">
                <a:solidFill>
                  <a:srgbClr val="F28C28"/>
                </a:solidFill>
                <a:latin typeface="Calibri"/>
                <a:ea typeface="Calibri"/>
                <a:cs typeface="Calibri"/>
              </a:defRPr>
            </a:pPr>
            <a:r>
              <a:rPr sz="2025" b="1">
                <a:solidFill>
                  <a:srgbClr val="F28C28"/>
                </a:solidFill>
                <a:latin typeface="Calibri"/>
                <a:ea typeface="Calibri"/>
                <a:cs typeface="Calibri"/>
              </a:rPr>
              <a:t>YOLOv8n</a:t>
            </a:r>
          </a:p>
        </p:txBody>
      </p:sp>
      <p:sp>
        <p:nvSpPr>
          <p:cNvPr id="11" name="">
            <a:extLst xmlns:a="http://schemas.openxmlformats.org/drawingml/2006/main">
              <a:ext uri="{FF2B5EF4-FFF2-40B4-BE49-F238E27FC236}">
                <a16:creationId xmlns:a16="http://schemas.microsoft.com/office/drawing/2014/main" id="{6367B35C-19DF-453F-A2B1-FF5612C3D17F}"/>
              </a:ext>
            </a:extLst>
          </p:cNvPr>
          <p:cNvSpPr>
            <a:spLocks xmlns:a="http://schemas.openxmlformats.org/drawingml/2006/main" noGrp="1"/>
          </p:cNvSpPr>
          <p:nvPr/>
        </p:nvSpPr>
        <p:spPr>
          <a:xfrm xmlns:a="http://schemas.openxmlformats.org/drawingml/2006/main">
            <a:off x="5638800" y="3952875"/>
            <a:ext cx="30099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Propone regiones candidatas detectadas.</a:t>
            </a:r>
          </a:p>
        </p:txBody>
      </p:sp>
      <p:sp>
        <p:nvSpPr>
          <p:cNvPr id="12" name="">
            <a:extLst xmlns:a="http://schemas.openxmlformats.org/drawingml/2006/main">
              <a:ext uri="{FF2B5EF4-FFF2-40B4-BE49-F238E27FC236}">
                <a16:creationId xmlns:a16="http://schemas.microsoft.com/office/drawing/2014/main" id="{1DE4C727-740A-446D-A7AF-5B3D565DA968}"/>
              </a:ext>
            </a:extLst>
          </p:cNvPr>
          <p:cNvSpPr>
            <a:spLocks xmlns:a="http://schemas.openxmlformats.org/drawingml/2006/main" noGrp="1"/>
          </p:cNvSpPr>
          <p:nvPr/>
        </p:nvSpPr>
        <p:spPr>
          <a:xfrm xmlns:a="http://schemas.openxmlformats.org/drawingml/2006/main">
            <a:off x="8953500" y="4095750"/>
            <a:ext cx="495300" cy="342900"/>
          </a:xfrm>
          <a:prstGeom xmlns:a="http://schemas.openxmlformats.org/drawingml/2006/main" prst="rightArrow">
            <a:avLst/>
          </a:prstGeom>
          <a:solidFill xmlns:a="http://schemas.openxmlformats.org/drawingml/2006/main">
            <a:srgbClr val="F28C28"/>
          </a:solidFill>
          <a:ln xmlns:a="http://schemas.openxmlformats.org/drawingml/2006/main" w="9525">
            <a:solidFill>
              <a:srgbClr val="F28C28"/>
            </a:solidFill>
            <a:prstDash val="solid"/>
          </a:ln>
        </p:spPr>
      </p:sp>
      <p:sp>
        <p:nvSpPr>
          <p:cNvPr id="13" name="">
            <a:extLst xmlns:a="http://schemas.openxmlformats.org/drawingml/2006/main">
              <a:ext uri="{FF2B5EF4-FFF2-40B4-BE49-F238E27FC236}">
                <a16:creationId xmlns:a16="http://schemas.microsoft.com/office/drawing/2014/main" id="{0997F1F8-DB8F-44C0-B448-6F009EC436AE}"/>
              </a:ext>
            </a:extLst>
          </p:cNvPr>
          <p:cNvSpPr>
            <a:spLocks xmlns:a="http://schemas.openxmlformats.org/drawingml/2006/main" noGrp="1"/>
          </p:cNvSpPr>
          <p:nvPr/>
        </p:nvSpPr>
        <p:spPr>
          <a:xfrm xmlns:a="http://schemas.openxmlformats.org/drawingml/2006/main">
            <a:off x="9525000" y="3190875"/>
            <a:ext cx="3429000"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4288">
            <a:solidFill>
              <a:srgbClr val="C9D5E4"/>
            </a:solidFill>
            <a:prstDash val="solid"/>
          </a:ln>
        </p:spPr>
      </p:sp>
      <p:sp>
        <p:nvSpPr>
          <p:cNvPr id="14" name="">
            <a:extLst xmlns:a="http://schemas.openxmlformats.org/drawingml/2006/main">
              <a:ext uri="{FF2B5EF4-FFF2-40B4-BE49-F238E27FC236}">
                <a16:creationId xmlns:a16="http://schemas.microsoft.com/office/drawing/2014/main" id="{5E0F59DE-EA57-48AC-A21B-42DBCDA1D56F}"/>
              </a:ext>
            </a:extLst>
          </p:cNvPr>
          <p:cNvSpPr>
            <a:spLocks xmlns:a="http://schemas.openxmlformats.org/drawingml/2006/main" noGrp="1"/>
          </p:cNvSpPr>
          <p:nvPr/>
        </p:nvSpPr>
        <p:spPr>
          <a:xfrm xmlns:a="http://schemas.openxmlformats.org/drawingml/2006/main">
            <a:off x="9696450" y="3381375"/>
            <a:ext cx="3086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55A630"/>
                </a:solidFill>
                <a:latin typeface="Calibri"/>
                <a:ea typeface="Calibri"/>
                <a:cs typeface="Calibri"/>
              </a:defRPr>
            </a:defPPr>
          </a:lstStyle>
          <a:p xmlns:a="http://schemas.openxmlformats.org/drawingml/2006/main">
            <a:pPr algn="ctr">
              <a:lnSpc>
                <a:spcPct val="105000"/>
              </a:lnSpc>
              <a:buNone/>
              <a:defRPr sz="2025" b="1">
                <a:solidFill>
                  <a:srgbClr val="55A630"/>
                </a:solidFill>
                <a:latin typeface="Calibri"/>
                <a:ea typeface="Calibri"/>
                <a:cs typeface="Calibri"/>
              </a:defRPr>
            </a:pPr>
            <a:r>
              <a:rPr sz="2025" b="1">
                <a:solidFill>
                  <a:srgbClr val="55A630"/>
                </a:solidFill>
                <a:latin typeface="Calibri"/>
                <a:ea typeface="Calibri"/>
                <a:cs typeface="Calibri"/>
              </a:rPr>
              <a:t>EasyOCR</a:t>
            </a:r>
          </a:p>
        </p:txBody>
      </p:sp>
      <p:sp>
        <p:nvSpPr>
          <p:cNvPr id="15" name="">
            <a:extLst xmlns:a="http://schemas.openxmlformats.org/drawingml/2006/main">
              <a:ext uri="{FF2B5EF4-FFF2-40B4-BE49-F238E27FC236}">
                <a16:creationId xmlns:a16="http://schemas.microsoft.com/office/drawing/2014/main" id="{8FCE238A-45C6-47EE-8E9C-B9F0BBC489D0}"/>
              </a:ext>
            </a:extLst>
          </p:cNvPr>
          <p:cNvSpPr>
            <a:spLocks xmlns:a="http://schemas.openxmlformats.org/drawingml/2006/main" noGrp="1"/>
          </p:cNvSpPr>
          <p:nvPr/>
        </p:nvSpPr>
        <p:spPr>
          <a:xfrm xmlns:a="http://schemas.openxmlformats.org/drawingml/2006/main">
            <a:off x="9734550" y="3952875"/>
            <a:ext cx="30099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Lee caracteres alfanuméricos.</a:t>
            </a:r>
          </a:p>
        </p:txBody>
      </p:sp>
      <p:sp>
        <p:nvSpPr>
          <p:cNvPr id="16" name="">
            <a:extLst xmlns:a="http://schemas.openxmlformats.org/drawingml/2006/main">
              <a:ext uri="{FF2B5EF4-FFF2-40B4-BE49-F238E27FC236}">
                <a16:creationId xmlns:a16="http://schemas.microsoft.com/office/drawing/2014/main" id="{C23BBF36-DD80-4092-B97A-72867AF50D32}"/>
              </a:ext>
            </a:extLst>
          </p:cNvPr>
          <p:cNvSpPr>
            <a:spLocks xmlns:a="http://schemas.openxmlformats.org/drawingml/2006/main" noGrp="1"/>
          </p:cNvSpPr>
          <p:nvPr/>
        </p:nvSpPr>
        <p:spPr>
          <a:xfrm xmlns:a="http://schemas.openxmlformats.org/drawingml/2006/main">
            <a:off x="13049250" y="4095750"/>
            <a:ext cx="495300" cy="342900"/>
          </a:xfrm>
          <a:prstGeom xmlns:a="http://schemas.openxmlformats.org/drawingml/2006/main" prst="rightArrow">
            <a:avLst/>
          </a:prstGeom>
          <a:solidFill xmlns:a="http://schemas.openxmlformats.org/drawingml/2006/main">
            <a:srgbClr val="F28C28"/>
          </a:solidFill>
          <a:ln xmlns:a="http://schemas.openxmlformats.org/drawingml/2006/main" w="9525">
            <a:solidFill>
              <a:srgbClr val="F28C28"/>
            </a:solidFill>
            <a:prstDash val="solid"/>
          </a:ln>
        </p:spPr>
      </p:sp>
      <p:sp>
        <p:nvSpPr>
          <p:cNvPr id="17" name="">
            <a:extLst xmlns:a="http://schemas.openxmlformats.org/drawingml/2006/main">
              <a:ext uri="{FF2B5EF4-FFF2-40B4-BE49-F238E27FC236}">
                <a16:creationId xmlns:a16="http://schemas.microsoft.com/office/drawing/2014/main" id="{81E2C2D1-7630-439A-9862-6576EA4CED78}"/>
              </a:ext>
            </a:extLst>
          </p:cNvPr>
          <p:cNvSpPr>
            <a:spLocks xmlns:a="http://schemas.openxmlformats.org/drawingml/2006/main" noGrp="1"/>
          </p:cNvSpPr>
          <p:nvPr/>
        </p:nvSpPr>
        <p:spPr>
          <a:xfrm xmlns:a="http://schemas.openxmlformats.org/drawingml/2006/main">
            <a:off x="13620750" y="3190875"/>
            <a:ext cx="3429000"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4288">
            <a:solidFill>
              <a:srgbClr val="C9D5E4"/>
            </a:solidFill>
            <a:prstDash val="solid"/>
          </a:ln>
        </p:spPr>
      </p:sp>
      <p:sp>
        <p:nvSpPr>
          <p:cNvPr id="18" name="">
            <a:extLst xmlns:a="http://schemas.openxmlformats.org/drawingml/2006/main">
              <a:ext uri="{FF2B5EF4-FFF2-40B4-BE49-F238E27FC236}">
                <a16:creationId xmlns:a16="http://schemas.microsoft.com/office/drawing/2014/main" id="{C2D9DBBD-4CF0-4173-9566-0398BF4FAFB1}"/>
              </a:ext>
            </a:extLst>
          </p:cNvPr>
          <p:cNvSpPr>
            <a:spLocks xmlns:a="http://schemas.openxmlformats.org/drawingml/2006/main" noGrp="1"/>
          </p:cNvSpPr>
          <p:nvPr/>
        </p:nvSpPr>
        <p:spPr>
          <a:xfrm xmlns:a="http://schemas.openxmlformats.org/drawingml/2006/main">
            <a:off x="13792200" y="3381375"/>
            <a:ext cx="3086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122A51"/>
                </a:solidFill>
                <a:latin typeface="Calibri"/>
                <a:ea typeface="Calibri"/>
                <a:cs typeface="Calibri"/>
              </a:defRPr>
            </a:defPPr>
          </a:lstStyle>
          <a:p xmlns:a="http://schemas.openxmlformats.org/drawingml/2006/main">
            <a:pPr algn="ctr">
              <a:lnSpc>
                <a:spcPct val="105000"/>
              </a:lnSpc>
              <a:buNone/>
              <a:defRPr sz="2025" b="1">
                <a:solidFill>
                  <a:srgbClr val="122A51"/>
                </a:solidFill>
                <a:latin typeface="Calibri"/>
                <a:ea typeface="Calibri"/>
                <a:cs typeface="Calibri"/>
              </a:defRPr>
            </a:pPr>
            <a:r>
              <a:rPr sz="2025" b="1">
                <a:solidFill>
                  <a:srgbClr val="122A51"/>
                </a:solidFill>
                <a:latin typeface="Calibri"/>
                <a:ea typeface="Calibri"/>
                <a:cs typeface="Calibri"/>
              </a:rPr>
              <a:t>Validación</a:t>
            </a:r>
          </a:p>
        </p:txBody>
      </p:sp>
      <p:sp>
        <p:nvSpPr>
          <p:cNvPr id="19" name="">
            <a:extLst xmlns:a="http://schemas.openxmlformats.org/drawingml/2006/main">
              <a:ext uri="{FF2B5EF4-FFF2-40B4-BE49-F238E27FC236}">
                <a16:creationId xmlns:a16="http://schemas.microsoft.com/office/drawing/2014/main" id="{A00AFC11-9609-408F-B48A-C1CCD0B47A19}"/>
              </a:ext>
            </a:extLst>
          </p:cNvPr>
          <p:cNvSpPr>
            <a:spLocks xmlns:a="http://schemas.openxmlformats.org/drawingml/2006/main" noGrp="1"/>
          </p:cNvSpPr>
          <p:nvPr/>
        </p:nvSpPr>
        <p:spPr>
          <a:xfrm xmlns:a="http://schemas.openxmlformats.org/drawingml/2006/main">
            <a:off x="13830300" y="3952875"/>
            <a:ext cx="30099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Contrasta persona y placa con registros.</a:t>
            </a:r>
          </a:p>
        </p:txBody>
      </p:sp>
      <p:sp>
        <p:nvSpPr>
          <p:cNvPr id="20" name="">
            <a:extLst xmlns:a="http://schemas.openxmlformats.org/drawingml/2006/main">
              <a:ext uri="{FF2B5EF4-FFF2-40B4-BE49-F238E27FC236}">
                <a16:creationId xmlns:a16="http://schemas.microsoft.com/office/drawing/2014/main" id="{D393A84A-28A7-4984-9D08-03CC1FA8D5E3}"/>
              </a:ext>
            </a:extLst>
          </p:cNvPr>
          <p:cNvSpPr>
            <a:spLocks xmlns:a="http://schemas.openxmlformats.org/drawingml/2006/main" noGrp="1"/>
          </p:cNvSpPr>
          <p:nvPr/>
        </p:nvSpPr>
        <p:spPr>
          <a:xfrm xmlns:a="http://schemas.openxmlformats.org/drawingml/2006/main">
            <a:off x="1809750" y="6429375"/>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0876B9"/>
                </a:solidFill>
                <a:latin typeface="Calibri"/>
                <a:ea typeface="Calibri"/>
                <a:cs typeface="Calibri"/>
              </a:defRPr>
            </a:defPPr>
          </a:lstStyle>
          <a:p xmlns:a="http://schemas.openxmlformats.org/drawingml/2006/main">
            <a:pPr algn="l">
              <a:lnSpc>
                <a:spcPct val="105000"/>
              </a:lnSpc>
              <a:buNone/>
              <a:defRPr sz="2100" b="1">
                <a:solidFill>
                  <a:srgbClr val="0876B9"/>
                </a:solidFill>
                <a:latin typeface="Calibri"/>
                <a:ea typeface="Calibri"/>
                <a:cs typeface="Calibri"/>
              </a:defRPr>
            </a:pPr>
            <a:r>
              <a:rPr sz="2100" b="1">
                <a:solidFill>
                  <a:srgbClr val="0876B9"/>
                </a:solidFill>
                <a:latin typeface="Calibri"/>
                <a:ea typeface="Calibri"/>
                <a:cs typeface="Calibri"/>
              </a:rPr>
              <a:t>ALPR / ANPR</a:t>
            </a:r>
          </a:p>
        </p:txBody>
      </p:sp>
      <p:sp>
        <p:nvSpPr>
          <p:cNvPr id="21" name="">
            <a:extLst xmlns:a="http://schemas.openxmlformats.org/drawingml/2006/main">
              <a:ext uri="{FF2B5EF4-FFF2-40B4-BE49-F238E27FC236}">
                <a16:creationId xmlns:a16="http://schemas.microsoft.com/office/drawing/2014/main" id="{6831920D-2CA2-4C3F-B9F6-A63F30C647D2}"/>
              </a:ext>
            </a:extLst>
          </p:cNvPr>
          <p:cNvSpPr>
            <a:spLocks xmlns:a="http://schemas.openxmlformats.org/drawingml/2006/main" noGrp="1"/>
          </p:cNvSpPr>
          <p:nvPr/>
        </p:nvSpPr>
        <p:spPr>
          <a:xfrm xmlns:a="http://schemas.openxmlformats.org/drawingml/2006/main">
            <a:off x="4333875" y="6429375"/>
            <a:ext cx="1152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a:solidFill>
                  <a:srgbClr val="17243A"/>
                </a:solidFill>
                <a:latin typeface="Calibri"/>
                <a:ea typeface="Calibri"/>
                <a:cs typeface="Calibri"/>
              </a:defRPr>
            </a:defPPr>
          </a:lstStyle>
          <a:p xmlns:a="http://schemas.openxmlformats.org/drawingml/2006/main">
            <a:pPr algn="l">
              <a:lnSpc>
                <a:spcPct val="105000"/>
              </a:lnSpc>
              <a:buNone/>
              <a:defRPr sz="2100">
                <a:solidFill>
                  <a:srgbClr val="17243A"/>
                </a:solidFill>
                <a:latin typeface="Calibri"/>
                <a:ea typeface="Calibri"/>
                <a:cs typeface="Calibri"/>
              </a:defRPr>
            </a:pPr>
            <a:r>
              <a:rPr sz="2100">
                <a:solidFill>
                  <a:srgbClr val="17243A"/>
                </a:solidFill>
                <a:latin typeface="Calibri"/>
                <a:ea typeface="Calibri"/>
                <a:cs typeface="Calibri"/>
              </a:rPr>
              <a:t>Reconocimiento automático de placas vehiculares a partir de imágenes.</a:t>
            </a:r>
          </a:p>
        </p:txBody>
      </p:sp>
      <p:sp>
        <p:nvSpPr>
          <p:cNvPr id="22" name="">
            <a:extLst xmlns:a="http://schemas.openxmlformats.org/drawingml/2006/main">
              <a:ext uri="{FF2B5EF4-FFF2-40B4-BE49-F238E27FC236}">
                <a16:creationId xmlns:a16="http://schemas.microsoft.com/office/drawing/2014/main" id="{ADBC894F-A34F-4053-9E54-4D58F5F45D71}"/>
              </a:ext>
            </a:extLst>
          </p:cNvPr>
          <p:cNvSpPr>
            <a:spLocks xmlns:a="http://schemas.openxmlformats.org/drawingml/2006/main" noGrp="1"/>
          </p:cNvSpPr>
          <p:nvPr/>
        </p:nvSpPr>
        <p:spPr>
          <a:xfrm xmlns:a="http://schemas.openxmlformats.org/drawingml/2006/main">
            <a:off x="1809750" y="7334250"/>
            <a:ext cx="1428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a:solidFill>
                  <a:srgbClr val="526176"/>
                </a:solidFill>
                <a:latin typeface="Calibri"/>
                <a:ea typeface="Calibri"/>
                <a:cs typeface="Calibri"/>
              </a:defRPr>
            </a:defPPr>
          </a:lstStyle>
          <a:p xmlns:a="http://schemas.openxmlformats.org/drawingml/2006/main">
            <a:pPr algn="l">
              <a:lnSpc>
                <a:spcPct val="105000"/>
              </a:lnSpc>
              <a:buNone/>
              <a:defRPr sz="1950">
                <a:solidFill>
                  <a:srgbClr val="526176"/>
                </a:solidFill>
                <a:latin typeface="Calibri"/>
                <a:ea typeface="Calibri"/>
                <a:cs typeface="Calibri"/>
              </a:defRPr>
            </a:pPr>
            <a:r>
              <a:rPr sz="1950">
                <a:solidFill>
                  <a:srgbClr val="526176"/>
                </a:solidFill>
                <a:latin typeface="Calibri"/>
                <a:ea typeface="Calibri"/>
                <a:cs typeface="Calibri"/>
              </a:rPr>
              <a:t>OCR reduce la digitación manual, pero requiere validar placas con baja luz, reflejos, ángulos y movimiento.</a:t>
            </a:r>
          </a:p>
        </p:txBody>
      </p:sp>
    </p:spTree>
    <p:extLst>
      <p:ext uri="{BB962C8B-B14F-4D97-AF65-F5344CB8AC3E}">
        <p14:creationId xmlns:p14="http://schemas.microsoft.com/office/powerpoint/2010/main" val="85251940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38C8A29C-7229-40EF-B3A3-4D3C0DBE3833}"/>
              </a:ext>
            </a:extLst>
          </p:cNvPr>
          <p:cNvPicPr>
            <a:picLocks xmlns:a="http://schemas.openxmlformats.org/drawingml/2006/main" noChangeAspect="1"/>
          </p:cNvPicPr>
          <p:nvPr/>
        </p:nvPicPr>
        <p:blipFill>
          <a:blip xmlns:r="http://schemas.openxmlformats.org/officeDocument/2006/relationships" xmlns:a="http://schemas.openxmlformats.org/drawingml/2006/main" r:embed="Rbf8101eac5304595"/>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701A611-2155-467D-BF20-661456D5E072}"/>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7. MARCO REFERENCIAL</a:t>
            </a:r>
          </a:p>
        </p:txBody>
      </p:sp>
      <p:sp>
        <p:nvSpPr>
          <p:cNvPr id="3" name="">
            <a:extLst xmlns:a="http://schemas.openxmlformats.org/drawingml/2006/main">
              <a:ext uri="{FF2B5EF4-FFF2-40B4-BE49-F238E27FC236}">
                <a16:creationId xmlns:a16="http://schemas.microsoft.com/office/drawing/2014/main" id="{EA9E464D-E1B0-4F9E-80FD-1BF6FC63325F}"/>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Protección de datos desde el diseño</a:t>
            </a:r>
          </a:p>
        </p:txBody>
      </p:sp>
      <p:sp>
        <p:nvSpPr>
          <p:cNvPr id="4" name="">
            <a:extLst xmlns:a="http://schemas.openxmlformats.org/drawingml/2006/main">
              <a:ext uri="{FF2B5EF4-FFF2-40B4-BE49-F238E27FC236}">
                <a16:creationId xmlns:a16="http://schemas.microsoft.com/office/drawing/2014/main" id="{2990755F-829B-4C93-A5C0-32234C281E7A}"/>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97A21AE0-BA1D-4B8A-BD2A-36926071B54C}"/>
              </a:ext>
            </a:extLst>
          </p:cNvPr>
          <p:cNvSpPr>
            <a:spLocks xmlns:a="http://schemas.openxmlformats.org/drawingml/2006/main" noGrp="1"/>
          </p:cNvSpPr>
          <p:nvPr/>
        </p:nvSpPr>
        <p:spPr>
          <a:xfrm xmlns:a="http://schemas.openxmlformats.org/drawingml/2006/main">
            <a:off x="1619250" y="2714625"/>
            <a:ext cx="7000875" cy="2238375"/>
          </a:xfrm>
          <a:prstGeom xmlns:a="http://schemas.openxmlformats.org/drawingml/2006/main" prst="roundRect">
            <a:avLst>
              <a:gd name="adj" fmla="val 7660"/>
            </a:avLst>
          </a:prstGeom>
          <a:solidFill xmlns:a="http://schemas.openxmlformats.org/drawingml/2006/main">
            <a:srgbClr val="FFFFFF"/>
          </a:solidFill>
          <a:ln xmlns:a="http://schemas.openxmlformats.org/drawingml/2006/main" w="14288">
            <a:solidFill>
              <a:srgbClr val="D8E1EB"/>
            </a:solidFill>
            <a:prstDash val="solid"/>
          </a:ln>
        </p:spPr>
      </p:sp>
      <p:sp>
        <p:nvSpPr>
          <p:cNvPr id="6" name="">
            <a:extLst xmlns:a="http://schemas.openxmlformats.org/drawingml/2006/main">
              <a:ext uri="{FF2B5EF4-FFF2-40B4-BE49-F238E27FC236}">
                <a16:creationId xmlns:a16="http://schemas.microsoft.com/office/drawing/2014/main" id="{37A20796-45B2-451C-A0C5-E1CC15BB9CD7}"/>
              </a:ext>
            </a:extLst>
          </p:cNvPr>
          <p:cNvSpPr>
            <a:spLocks xmlns:a="http://schemas.openxmlformats.org/drawingml/2006/main" noGrp="1"/>
          </p:cNvSpPr>
          <p:nvPr/>
        </p:nvSpPr>
        <p:spPr>
          <a:xfrm xmlns:a="http://schemas.openxmlformats.org/drawingml/2006/main">
            <a:off x="1619250" y="2714625"/>
            <a:ext cx="114300" cy="2238375"/>
          </a:xfrm>
          <a:prstGeom xmlns:a="http://schemas.openxmlformats.org/drawingml/2006/main" prst="rect">
            <a:avLst/>
          </a:prstGeom>
          <a:solidFill xmlns:a="http://schemas.openxmlformats.org/drawingml/2006/main">
            <a:srgbClr val="0876B9"/>
          </a:solidFill>
          <a:ln xmlns:a="http://schemas.openxmlformats.org/drawingml/2006/main" w="14288">
            <a:solidFill>
              <a:srgbClr val="0876B9"/>
            </a:solidFill>
            <a:prstDash val="solid"/>
          </a:ln>
        </p:spPr>
      </p:sp>
      <p:sp>
        <p:nvSpPr>
          <p:cNvPr id="7" name="">
            <a:extLst xmlns:a="http://schemas.openxmlformats.org/drawingml/2006/main">
              <a:ext uri="{FF2B5EF4-FFF2-40B4-BE49-F238E27FC236}">
                <a16:creationId xmlns:a16="http://schemas.microsoft.com/office/drawing/2014/main" id="{1CEF84F1-2960-4909-B3AC-5AC156ACC7F7}"/>
              </a:ext>
            </a:extLst>
          </p:cNvPr>
          <p:cNvSpPr>
            <a:spLocks xmlns:a="http://schemas.openxmlformats.org/drawingml/2006/main" noGrp="1"/>
          </p:cNvSpPr>
          <p:nvPr/>
        </p:nvSpPr>
        <p:spPr>
          <a:xfrm xmlns:a="http://schemas.openxmlformats.org/drawingml/2006/main">
            <a:off x="1905000" y="2924175"/>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Datos tratados</a:t>
            </a:r>
          </a:p>
        </p:txBody>
      </p:sp>
      <p:sp>
        <p:nvSpPr>
          <p:cNvPr id="8" name="">
            <a:extLst xmlns:a="http://schemas.openxmlformats.org/drawingml/2006/main">
              <a:ext uri="{FF2B5EF4-FFF2-40B4-BE49-F238E27FC236}">
                <a16:creationId xmlns:a16="http://schemas.microsoft.com/office/drawing/2014/main" id="{CB6F0773-092E-4FF4-9938-8639A51E3E4F}"/>
              </a:ext>
            </a:extLst>
          </p:cNvPr>
          <p:cNvSpPr>
            <a:spLocks xmlns:a="http://schemas.openxmlformats.org/drawingml/2006/main" noGrp="1"/>
          </p:cNvSpPr>
          <p:nvPr/>
        </p:nvSpPr>
        <p:spPr>
          <a:xfrm xmlns:a="http://schemas.openxmlformats.org/drawingml/2006/main">
            <a:off x="1905000" y="3514725"/>
            <a:ext cx="644842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a:solidFill>
                  <a:srgbClr val="17243A"/>
                </a:solidFill>
                <a:latin typeface="Calibri"/>
                <a:ea typeface="Calibri"/>
                <a:cs typeface="Calibri"/>
              </a:defRPr>
            </a:defPPr>
          </a:lstStyle>
          <a:p xmlns:a="http://schemas.openxmlformats.org/drawingml/2006/main">
            <a:pPr algn="l">
              <a:lnSpc>
                <a:spcPct val="108000"/>
              </a:lnSpc>
              <a:buNone/>
              <a:defRPr sz="2100">
                <a:solidFill>
                  <a:srgbClr val="17243A"/>
                </a:solidFill>
                <a:latin typeface="Calibri"/>
                <a:ea typeface="Calibri"/>
                <a:cs typeface="Calibri"/>
              </a:defRPr>
            </a:pPr>
            <a:r>
              <a:rPr sz="2100">
                <a:solidFill>
                  <a:srgbClr val="17243A"/>
                </a:solidFill>
                <a:latin typeface="Calibri"/>
                <a:ea typeface="Calibri"/>
                <a:cs typeface="Calibri"/>
              </a:rPr>
              <a:t>Identificación, placa, eventos de entrada/salida y, al detectar, imagen enviada al servicio de visión.</a:t>
            </a:r>
          </a:p>
        </p:txBody>
      </p:sp>
      <p:sp>
        <p:nvSpPr>
          <p:cNvPr id="9" name="">
            <a:extLst xmlns:a="http://schemas.openxmlformats.org/drawingml/2006/main">
              <a:ext uri="{FF2B5EF4-FFF2-40B4-BE49-F238E27FC236}">
                <a16:creationId xmlns:a16="http://schemas.microsoft.com/office/drawing/2014/main" id="{5601900D-0928-4947-93A2-A3342738CD57}"/>
              </a:ext>
            </a:extLst>
          </p:cNvPr>
          <p:cNvSpPr>
            <a:spLocks xmlns:a="http://schemas.openxmlformats.org/drawingml/2006/main" noGrp="1"/>
          </p:cNvSpPr>
          <p:nvPr/>
        </p:nvSpPr>
        <p:spPr>
          <a:xfrm xmlns:a="http://schemas.openxmlformats.org/drawingml/2006/main">
            <a:off x="9525000" y="2714625"/>
            <a:ext cx="7000875" cy="2238375"/>
          </a:xfrm>
          <a:prstGeom xmlns:a="http://schemas.openxmlformats.org/drawingml/2006/main" prst="roundRect">
            <a:avLst>
              <a:gd name="adj" fmla="val 7660"/>
            </a:avLst>
          </a:prstGeom>
          <a:solidFill xmlns:a="http://schemas.openxmlformats.org/drawingml/2006/main">
            <a:srgbClr val="FFFFFF"/>
          </a:solidFill>
          <a:ln xmlns:a="http://schemas.openxmlformats.org/drawingml/2006/main" w="14288">
            <a:solidFill>
              <a:srgbClr val="D8E1EB"/>
            </a:solidFill>
            <a:prstDash val="solid"/>
          </a:ln>
        </p:spPr>
      </p:sp>
      <p:sp>
        <p:nvSpPr>
          <p:cNvPr id="10" name="">
            <a:extLst xmlns:a="http://schemas.openxmlformats.org/drawingml/2006/main">
              <a:ext uri="{FF2B5EF4-FFF2-40B4-BE49-F238E27FC236}">
                <a16:creationId xmlns:a16="http://schemas.microsoft.com/office/drawing/2014/main" id="{E29AD3A9-4EA2-477B-BCFD-44092B9D0F25}"/>
              </a:ext>
            </a:extLst>
          </p:cNvPr>
          <p:cNvSpPr>
            <a:spLocks xmlns:a="http://schemas.openxmlformats.org/drawingml/2006/main" noGrp="1"/>
          </p:cNvSpPr>
          <p:nvPr/>
        </p:nvSpPr>
        <p:spPr>
          <a:xfrm xmlns:a="http://schemas.openxmlformats.org/drawingml/2006/main">
            <a:off x="9525000" y="2714625"/>
            <a:ext cx="114300" cy="2238375"/>
          </a:xfrm>
          <a:prstGeom xmlns:a="http://schemas.openxmlformats.org/drawingml/2006/main" prst="rect">
            <a:avLst/>
          </a:prstGeom>
          <a:solidFill xmlns:a="http://schemas.openxmlformats.org/drawingml/2006/main">
            <a:srgbClr val="F28C28"/>
          </a:solidFill>
          <a:ln xmlns:a="http://schemas.openxmlformats.org/drawingml/2006/main" w="14288">
            <a:solidFill>
              <a:srgbClr val="F28C28"/>
            </a:solidFill>
            <a:prstDash val="solid"/>
          </a:ln>
        </p:spPr>
      </p:sp>
      <p:sp>
        <p:nvSpPr>
          <p:cNvPr id="11" name="">
            <a:extLst xmlns:a="http://schemas.openxmlformats.org/drawingml/2006/main">
              <a:ext uri="{FF2B5EF4-FFF2-40B4-BE49-F238E27FC236}">
                <a16:creationId xmlns:a16="http://schemas.microsoft.com/office/drawing/2014/main" id="{59757096-B183-4296-8E19-221B32908F56}"/>
              </a:ext>
            </a:extLst>
          </p:cNvPr>
          <p:cNvSpPr>
            <a:spLocks xmlns:a="http://schemas.openxmlformats.org/drawingml/2006/main" noGrp="1"/>
          </p:cNvSpPr>
          <p:nvPr/>
        </p:nvSpPr>
        <p:spPr>
          <a:xfrm xmlns:a="http://schemas.openxmlformats.org/drawingml/2006/main">
            <a:off x="9810750" y="2924175"/>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Principio práctico</a:t>
            </a:r>
          </a:p>
        </p:txBody>
      </p:sp>
      <p:sp>
        <p:nvSpPr>
          <p:cNvPr id="12" name="">
            <a:extLst xmlns:a="http://schemas.openxmlformats.org/drawingml/2006/main">
              <a:ext uri="{FF2B5EF4-FFF2-40B4-BE49-F238E27FC236}">
                <a16:creationId xmlns:a16="http://schemas.microsoft.com/office/drawing/2014/main" id="{7F2B4FF6-0B68-469E-9E51-58E8D9E1F2B5}"/>
              </a:ext>
            </a:extLst>
          </p:cNvPr>
          <p:cNvSpPr>
            <a:spLocks xmlns:a="http://schemas.openxmlformats.org/drawingml/2006/main" noGrp="1"/>
          </p:cNvSpPr>
          <p:nvPr/>
        </p:nvSpPr>
        <p:spPr>
          <a:xfrm xmlns:a="http://schemas.openxmlformats.org/drawingml/2006/main">
            <a:off x="9810750" y="3514725"/>
            <a:ext cx="644842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a:solidFill>
                  <a:srgbClr val="17243A"/>
                </a:solidFill>
                <a:latin typeface="Calibri"/>
                <a:ea typeface="Calibri"/>
                <a:cs typeface="Calibri"/>
              </a:defRPr>
            </a:defPPr>
          </a:lstStyle>
          <a:p xmlns:a="http://schemas.openxmlformats.org/drawingml/2006/main">
            <a:pPr algn="l">
              <a:lnSpc>
                <a:spcPct val="108000"/>
              </a:lnSpc>
              <a:buNone/>
              <a:defRPr sz="2100">
                <a:solidFill>
                  <a:srgbClr val="17243A"/>
                </a:solidFill>
                <a:latin typeface="Calibri"/>
                <a:ea typeface="Calibri"/>
                <a:cs typeface="Calibri"/>
              </a:defRPr>
            </a:pPr>
            <a:r>
              <a:rPr sz="2100">
                <a:solidFill>
                  <a:srgbClr val="17243A"/>
                </a:solidFill>
                <a:latin typeface="Calibri"/>
                <a:ea typeface="Calibri"/>
                <a:cs typeface="Calibri"/>
              </a:rPr>
              <a:t>Usar los datos solo para la finalidad informada y limitar su consulta al personal autorizado.</a:t>
            </a:r>
          </a:p>
        </p:txBody>
      </p:sp>
      <p:sp>
        <p:nvSpPr>
          <p:cNvPr id="13" name="">
            <a:extLst xmlns:a="http://schemas.openxmlformats.org/drawingml/2006/main">
              <a:ext uri="{FF2B5EF4-FFF2-40B4-BE49-F238E27FC236}">
                <a16:creationId xmlns:a16="http://schemas.microsoft.com/office/drawing/2014/main" id="{2424EF57-BDBA-4BE8-BD57-05D23D5CF366}"/>
              </a:ext>
            </a:extLst>
          </p:cNvPr>
          <p:cNvSpPr>
            <a:spLocks xmlns:a="http://schemas.openxmlformats.org/drawingml/2006/main" noGrp="1"/>
          </p:cNvSpPr>
          <p:nvPr/>
        </p:nvSpPr>
        <p:spPr>
          <a:xfrm xmlns:a="http://schemas.openxmlformats.org/drawingml/2006/main">
            <a:off x="1619250" y="5429250"/>
            <a:ext cx="7000875" cy="2238375"/>
          </a:xfrm>
          <a:prstGeom xmlns:a="http://schemas.openxmlformats.org/drawingml/2006/main" prst="roundRect">
            <a:avLst>
              <a:gd name="adj" fmla="val 7660"/>
            </a:avLst>
          </a:prstGeom>
          <a:solidFill xmlns:a="http://schemas.openxmlformats.org/drawingml/2006/main">
            <a:srgbClr val="FFFFFF"/>
          </a:solidFill>
          <a:ln xmlns:a="http://schemas.openxmlformats.org/drawingml/2006/main" w="14288">
            <a:solidFill>
              <a:srgbClr val="D8E1EB"/>
            </a:solidFill>
            <a:prstDash val="solid"/>
          </a:ln>
        </p:spPr>
      </p:sp>
      <p:sp>
        <p:nvSpPr>
          <p:cNvPr id="14" name="">
            <a:extLst xmlns:a="http://schemas.openxmlformats.org/drawingml/2006/main">
              <a:ext uri="{FF2B5EF4-FFF2-40B4-BE49-F238E27FC236}">
                <a16:creationId xmlns:a16="http://schemas.microsoft.com/office/drawing/2014/main" id="{4D22A9A3-7886-4039-A9A9-B1A5F4E4629B}"/>
              </a:ext>
            </a:extLst>
          </p:cNvPr>
          <p:cNvSpPr>
            <a:spLocks xmlns:a="http://schemas.openxmlformats.org/drawingml/2006/main" noGrp="1"/>
          </p:cNvSpPr>
          <p:nvPr/>
        </p:nvSpPr>
        <p:spPr>
          <a:xfrm xmlns:a="http://schemas.openxmlformats.org/drawingml/2006/main">
            <a:off x="1619250" y="5429250"/>
            <a:ext cx="114300" cy="2238375"/>
          </a:xfrm>
          <a:prstGeom xmlns:a="http://schemas.openxmlformats.org/drawingml/2006/main" prst="rect">
            <a:avLst/>
          </a:prstGeom>
          <a:solidFill xmlns:a="http://schemas.openxmlformats.org/drawingml/2006/main">
            <a:srgbClr val="55A630"/>
          </a:solidFill>
          <a:ln xmlns:a="http://schemas.openxmlformats.org/drawingml/2006/main" w="14288">
            <a:solidFill>
              <a:srgbClr val="55A630"/>
            </a:solidFill>
            <a:prstDash val="solid"/>
          </a:ln>
        </p:spPr>
      </p:sp>
      <p:sp>
        <p:nvSpPr>
          <p:cNvPr id="15" name="">
            <a:extLst xmlns:a="http://schemas.openxmlformats.org/drawingml/2006/main">
              <a:ext uri="{FF2B5EF4-FFF2-40B4-BE49-F238E27FC236}">
                <a16:creationId xmlns:a16="http://schemas.microsoft.com/office/drawing/2014/main" id="{723D094C-BF0F-470B-9FC8-55A4EF1F636C}"/>
              </a:ext>
            </a:extLst>
          </p:cNvPr>
          <p:cNvSpPr>
            <a:spLocks xmlns:a="http://schemas.openxmlformats.org/drawingml/2006/main" noGrp="1"/>
          </p:cNvSpPr>
          <p:nvPr/>
        </p:nvSpPr>
        <p:spPr>
          <a:xfrm xmlns:a="http://schemas.openxmlformats.org/drawingml/2006/main">
            <a:off x="1905000" y="5638800"/>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Marco citado</a:t>
            </a:r>
          </a:p>
        </p:txBody>
      </p:sp>
      <p:sp>
        <p:nvSpPr>
          <p:cNvPr id="16" name="">
            <a:extLst xmlns:a="http://schemas.openxmlformats.org/drawingml/2006/main">
              <a:ext uri="{FF2B5EF4-FFF2-40B4-BE49-F238E27FC236}">
                <a16:creationId xmlns:a16="http://schemas.microsoft.com/office/drawing/2014/main" id="{2D3778BF-913E-4495-B1E5-AC375B648183}"/>
              </a:ext>
            </a:extLst>
          </p:cNvPr>
          <p:cNvSpPr>
            <a:spLocks xmlns:a="http://schemas.openxmlformats.org/drawingml/2006/main" noGrp="1"/>
          </p:cNvSpPr>
          <p:nvPr/>
        </p:nvSpPr>
        <p:spPr>
          <a:xfrm xmlns:a="http://schemas.openxmlformats.org/drawingml/2006/main">
            <a:off x="1905000" y="6229350"/>
            <a:ext cx="644842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a:solidFill>
                  <a:srgbClr val="17243A"/>
                </a:solidFill>
                <a:latin typeface="Calibri"/>
                <a:ea typeface="Calibri"/>
                <a:cs typeface="Calibri"/>
              </a:defRPr>
            </a:defPPr>
          </a:lstStyle>
          <a:p xmlns:a="http://schemas.openxmlformats.org/drawingml/2006/main">
            <a:pPr algn="l">
              <a:lnSpc>
                <a:spcPct val="108000"/>
              </a:lnSpc>
              <a:buNone/>
              <a:defRPr sz="2100">
                <a:solidFill>
                  <a:srgbClr val="17243A"/>
                </a:solidFill>
                <a:latin typeface="Calibri"/>
                <a:ea typeface="Calibri"/>
                <a:cs typeface="Calibri"/>
              </a:defRPr>
            </a:pPr>
            <a:r>
              <a:rPr sz="2100">
                <a:solidFill>
                  <a:srgbClr val="17243A"/>
                </a:solidFill>
                <a:latin typeface="Calibri"/>
                <a:ea typeface="Calibri"/>
                <a:cs typeface="Calibri"/>
              </a:rPr>
              <a:t>Constitución art. 15 · Ley 1581/2012 · Decreto 1377/2013 · Ley 1266/2008.</a:t>
            </a:r>
          </a:p>
        </p:txBody>
      </p:sp>
      <p:sp>
        <p:nvSpPr>
          <p:cNvPr id="17" name="">
            <a:extLst xmlns:a="http://schemas.openxmlformats.org/drawingml/2006/main">
              <a:ext uri="{FF2B5EF4-FFF2-40B4-BE49-F238E27FC236}">
                <a16:creationId xmlns:a16="http://schemas.microsoft.com/office/drawing/2014/main" id="{63067150-D7F6-48A7-9809-A1116F96ABA9}"/>
              </a:ext>
            </a:extLst>
          </p:cNvPr>
          <p:cNvSpPr>
            <a:spLocks xmlns:a="http://schemas.openxmlformats.org/drawingml/2006/main" noGrp="1"/>
          </p:cNvSpPr>
          <p:nvPr/>
        </p:nvSpPr>
        <p:spPr>
          <a:xfrm xmlns:a="http://schemas.openxmlformats.org/drawingml/2006/main">
            <a:off x="9525000" y="5429250"/>
            <a:ext cx="7000875" cy="2238375"/>
          </a:xfrm>
          <a:prstGeom xmlns:a="http://schemas.openxmlformats.org/drawingml/2006/main" prst="roundRect">
            <a:avLst>
              <a:gd name="adj" fmla="val 7660"/>
            </a:avLst>
          </a:prstGeom>
          <a:solidFill xmlns:a="http://schemas.openxmlformats.org/drawingml/2006/main">
            <a:srgbClr val="FFFFFF"/>
          </a:solidFill>
          <a:ln xmlns:a="http://schemas.openxmlformats.org/drawingml/2006/main" w="14288">
            <a:solidFill>
              <a:srgbClr val="D8E1EB"/>
            </a:solidFill>
            <a:prstDash val="solid"/>
          </a:ln>
        </p:spPr>
      </p:sp>
      <p:sp>
        <p:nvSpPr>
          <p:cNvPr id="18" name="">
            <a:extLst xmlns:a="http://schemas.openxmlformats.org/drawingml/2006/main">
              <a:ext uri="{FF2B5EF4-FFF2-40B4-BE49-F238E27FC236}">
                <a16:creationId xmlns:a16="http://schemas.microsoft.com/office/drawing/2014/main" id="{93A73A04-3D19-4C40-89F7-A84E6C92667F}"/>
              </a:ext>
            </a:extLst>
          </p:cNvPr>
          <p:cNvSpPr>
            <a:spLocks xmlns:a="http://schemas.openxmlformats.org/drawingml/2006/main" noGrp="1"/>
          </p:cNvSpPr>
          <p:nvPr/>
        </p:nvSpPr>
        <p:spPr>
          <a:xfrm xmlns:a="http://schemas.openxmlformats.org/drawingml/2006/main">
            <a:off x="9525000" y="5429250"/>
            <a:ext cx="114300" cy="2238375"/>
          </a:xfrm>
          <a:prstGeom xmlns:a="http://schemas.openxmlformats.org/drawingml/2006/main" prst="rect">
            <a:avLst/>
          </a:prstGeom>
          <a:solidFill xmlns:a="http://schemas.openxmlformats.org/drawingml/2006/main">
            <a:srgbClr val="122A51"/>
          </a:solidFill>
          <a:ln xmlns:a="http://schemas.openxmlformats.org/drawingml/2006/main" w="14288">
            <a:solidFill>
              <a:srgbClr val="122A51"/>
            </a:solidFill>
            <a:prstDash val="solid"/>
          </a:ln>
        </p:spPr>
      </p:sp>
      <p:sp>
        <p:nvSpPr>
          <p:cNvPr id="19" name="">
            <a:extLst xmlns:a="http://schemas.openxmlformats.org/drawingml/2006/main">
              <a:ext uri="{FF2B5EF4-FFF2-40B4-BE49-F238E27FC236}">
                <a16:creationId xmlns:a16="http://schemas.microsoft.com/office/drawing/2014/main" id="{FA2C2C8D-9882-4AE7-8457-29C24763F2DE}"/>
              </a:ext>
            </a:extLst>
          </p:cNvPr>
          <p:cNvSpPr>
            <a:spLocks xmlns:a="http://schemas.openxmlformats.org/drawingml/2006/main" noGrp="1"/>
          </p:cNvSpPr>
          <p:nvPr/>
        </p:nvSpPr>
        <p:spPr>
          <a:xfrm xmlns:a="http://schemas.openxmlformats.org/drawingml/2006/main">
            <a:off x="9810750" y="5638800"/>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Pendiente institucional</a:t>
            </a:r>
          </a:p>
        </p:txBody>
      </p:sp>
      <p:sp>
        <p:nvSpPr>
          <p:cNvPr id="20" name="">
            <a:extLst xmlns:a="http://schemas.openxmlformats.org/drawingml/2006/main">
              <a:ext uri="{FF2B5EF4-FFF2-40B4-BE49-F238E27FC236}">
                <a16:creationId xmlns:a16="http://schemas.microsoft.com/office/drawing/2014/main" id="{3BEDA4E1-B3D2-45DA-800A-510A1997EA0B}"/>
              </a:ext>
            </a:extLst>
          </p:cNvPr>
          <p:cNvSpPr>
            <a:spLocks xmlns:a="http://schemas.openxmlformats.org/drawingml/2006/main" noGrp="1"/>
          </p:cNvSpPr>
          <p:nvPr/>
        </p:nvSpPr>
        <p:spPr>
          <a:xfrm xmlns:a="http://schemas.openxmlformats.org/drawingml/2006/main">
            <a:off x="9810750" y="6229350"/>
            <a:ext cx="644842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a:solidFill>
                  <a:srgbClr val="17243A"/>
                </a:solidFill>
                <a:latin typeface="Calibri"/>
                <a:ea typeface="Calibri"/>
                <a:cs typeface="Calibri"/>
              </a:defRPr>
            </a:defPPr>
          </a:lstStyle>
          <a:p xmlns:a="http://schemas.openxmlformats.org/drawingml/2006/main">
            <a:pPr algn="l">
              <a:lnSpc>
                <a:spcPct val="108000"/>
              </a:lnSpc>
              <a:buNone/>
              <a:defRPr sz="2100">
                <a:solidFill>
                  <a:srgbClr val="17243A"/>
                </a:solidFill>
                <a:latin typeface="Calibri"/>
                <a:ea typeface="Calibri"/>
                <a:cs typeface="Calibri"/>
              </a:defRPr>
            </a:pPr>
            <a:r>
              <a:rPr sz="2100">
                <a:solidFill>
                  <a:srgbClr val="17243A"/>
                </a:solidFill>
                <a:latin typeface="Calibri"/>
                <a:ea typeface="Calibri"/>
                <a:cs typeface="Calibri"/>
              </a:rPr>
              <a:t>Definir política de privacidad, autorización, retención de imágenes y procedimiento para ejercer derechos.</a:t>
            </a:r>
          </a:p>
        </p:txBody>
      </p:sp>
    </p:spTree>
    <p:extLst>
      <p:ext uri="{BB962C8B-B14F-4D97-AF65-F5344CB8AC3E}">
        <p14:creationId xmlns:p14="http://schemas.microsoft.com/office/powerpoint/2010/main" val="15754684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3020DCF3-720D-4192-BE12-D4A9D7D12CAC}"/>
              </a:ext>
            </a:extLst>
          </p:cNvPr>
          <p:cNvPicPr>
            <a:picLocks xmlns:a="http://schemas.openxmlformats.org/drawingml/2006/main" noChangeAspect="1"/>
          </p:cNvPicPr>
          <p:nvPr/>
        </p:nvPicPr>
        <p:blipFill>
          <a:blip xmlns:r="http://schemas.openxmlformats.org/officeDocument/2006/relationships" xmlns:a="http://schemas.openxmlformats.org/drawingml/2006/main" r:embed="Rc97ef1206f7745ac"/>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572E438-F700-4196-B766-C7AB30CFE3BD}"/>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8. PRESENTACIÓN DEL PRODUCTO</a:t>
            </a:r>
          </a:p>
        </p:txBody>
      </p:sp>
      <p:sp>
        <p:nvSpPr>
          <p:cNvPr id="3" name="">
            <a:extLst xmlns:a="http://schemas.openxmlformats.org/drawingml/2006/main">
              <a:ext uri="{FF2B5EF4-FFF2-40B4-BE49-F238E27FC236}">
                <a16:creationId xmlns:a16="http://schemas.microsoft.com/office/drawing/2014/main" id="{9B789830-CBED-4970-97D3-29CC2350936F}"/>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Flujo de registro de una motocicleta</a:t>
            </a:r>
          </a:p>
        </p:txBody>
      </p:sp>
      <p:sp>
        <p:nvSpPr>
          <p:cNvPr id="4" name="">
            <a:extLst xmlns:a="http://schemas.openxmlformats.org/drawingml/2006/main">
              <a:ext uri="{FF2B5EF4-FFF2-40B4-BE49-F238E27FC236}">
                <a16:creationId xmlns:a16="http://schemas.microsoft.com/office/drawing/2014/main" id="{631B53FC-EACE-4B94-8984-E036F986A7F7}"/>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6E66F5C6-4B3F-4736-88FA-F0C9A6E69D96}"/>
              </a:ext>
            </a:extLst>
          </p:cNvPr>
          <p:cNvSpPr>
            <a:spLocks xmlns:a="http://schemas.openxmlformats.org/drawingml/2006/main" noGrp="1"/>
          </p:cNvSpPr>
          <p:nvPr/>
        </p:nvSpPr>
        <p:spPr>
          <a:xfrm xmlns:a="http://schemas.openxmlformats.org/drawingml/2006/main">
            <a:off x="1000125" y="3429000"/>
            <a:ext cx="2952750" cy="2667000"/>
          </a:xfrm>
          <a:prstGeom xmlns:a="http://schemas.openxmlformats.org/drawingml/2006/main" prst="roundRect">
            <a:avLst>
              <a:gd name="adj" fmla="val 6429"/>
            </a:avLst>
          </a:prstGeom>
          <a:solidFill xmlns:a="http://schemas.openxmlformats.org/drawingml/2006/main">
            <a:srgbClr val="FFFFFF"/>
          </a:solidFill>
          <a:ln xmlns:a="http://schemas.openxmlformats.org/drawingml/2006/main" w="14288">
            <a:solidFill>
              <a:srgbClr val="C9D5E4"/>
            </a:solidFill>
            <a:prstDash val="solid"/>
          </a:ln>
        </p:spPr>
      </p:sp>
      <p:sp>
        <p:nvSpPr>
          <p:cNvPr id="6" name="">
            <a:extLst xmlns:a="http://schemas.openxmlformats.org/drawingml/2006/main">
              <a:ext uri="{FF2B5EF4-FFF2-40B4-BE49-F238E27FC236}">
                <a16:creationId xmlns:a16="http://schemas.microsoft.com/office/drawing/2014/main" id="{169918D3-C2B1-4E63-9B13-CC66E7C43FD7}"/>
              </a:ext>
            </a:extLst>
          </p:cNvPr>
          <p:cNvSpPr>
            <a:spLocks xmlns:a="http://schemas.openxmlformats.org/drawingml/2006/main" noGrp="1"/>
          </p:cNvSpPr>
          <p:nvPr/>
        </p:nvSpPr>
        <p:spPr>
          <a:xfrm xmlns:a="http://schemas.openxmlformats.org/drawingml/2006/main">
            <a:off x="1171575" y="3619500"/>
            <a:ext cx="2609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0876B9"/>
                </a:solidFill>
                <a:latin typeface="Calibri"/>
                <a:ea typeface="Calibri"/>
                <a:cs typeface="Calibri"/>
              </a:defRPr>
            </a:defPPr>
          </a:lstStyle>
          <a:p xmlns:a="http://schemas.openxmlformats.org/drawingml/2006/main">
            <a:pPr algn="ctr">
              <a:lnSpc>
                <a:spcPct val="105000"/>
              </a:lnSpc>
              <a:buNone/>
              <a:defRPr sz="2025" b="1">
                <a:solidFill>
                  <a:srgbClr val="0876B9"/>
                </a:solidFill>
                <a:latin typeface="Calibri"/>
                <a:ea typeface="Calibri"/>
                <a:cs typeface="Calibri"/>
              </a:defRPr>
            </a:pPr>
            <a:r>
              <a:rPr sz="2025" b="1">
                <a:solidFill>
                  <a:srgbClr val="0876B9"/>
                </a:solidFill>
                <a:latin typeface="Calibri"/>
                <a:ea typeface="Calibri"/>
                <a:cs typeface="Calibri"/>
              </a:rPr>
              <a:t>1 · Identificar</a:t>
            </a:r>
          </a:p>
        </p:txBody>
      </p:sp>
      <p:sp>
        <p:nvSpPr>
          <p:cNvPr id="7" name="">
            <a:extLst xmlns:a="http://schemas.openxmlformats.org/drawingml/2006/main">
              <a:ext uri="{FF2B5EF4-FFF2-40B4-BE49-F238E27FC236}">
                <a16:creationId xmlns:a16="http://schemas.microsoft.com/office/drawing/2014/main" id="{BE5CE012-BDBB-4E44-8A8C-EA94EB8C8BD8}"/>
              </a:ext>
            </a:extLst>
          </p:cNvPr>
          <p:cNvSpPr>
            <a:spLocks xmlns:a="http://schemas.openxmlformats.org/drawingml/2006/main" noGrp="1"/>
          </p:cNvSpPr>
          <p:nvPr/>
        </p:nvSpPr>
        <p:spPr>
          <a:xfrm xmlns:a="http://schemas.openxmlformats.org/drawingml/2006/main">
            <a:off x="1209675" y="4191000"/>
            <a:ext cx="25336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Operador selecciona a la persona autorizada.</a:t>
            </a:r>
          </a:p>
        </p:txBody>
      </p:sp>
      <p:sp>
        <p:nvSpPr>
          <p:cNvPr id="8" name="">
            <a:extLst xmlns:a="http://schemas.openxmlformats.org/drawingml/2006/main">
              <a:ext uri="{FF2B5EF4-FFF2-40B4-BE49-F238E27FC236}">
                <a16:creationId xmlns:a16="http://schemas.microsoft.com/office/drawing/2014/main" id="{8E425E48-3FFD-43E3-AC40-8168A3217BAB}"/>
              </a:ext>
            </a:extLst>
          </p:cNvPr>
          <p:cNvSpPr>
            <a:spLocks xmlns:a="http://schemas.openxmlformats.org/drawingml/2006/main" noGrp="1"/>
          </p:cNvSpPr>
          <p:nvPr/>
        </p:nvSpPr>
        <p:spPr>
          <a:xfrm xmlns:a="http://schemas.openxmlformats.org/drawingml/2006/main">
            <a:off x="4000500" y="4552950"/>
            <a:ext cx="361950" cy="323850"/>
          </a:xfrm>
          <a:prstGeom xmlns:a="http://schemas.openxmlformats.org/drawingml/2006/main" prst="rightArrow">
            <a:avLst/>
          </a:prstGeom>
          <a:solidFill xmlns:a="http://schemas.openxmlformats.org/drawingml/2006/main">
            <a:srgbClr val="F28C28"/>
          </a:solidFill>
          <a:ln xmlns:a="http://schemas.openxmlformats.org/drawingml/2006/main" w="9525">
            <a:solidFill>
              <a:srgbClr val="F28C28"/>
            </a:solidFill>
            <a:prstDash val="solid"/>
          </a:ln>
        </p:spPr>
      </p:sp>
      <p:sp>
        <p:nvSpPr>
          <p:cNvPr id="9" name="">
            <a:extLst xmlns:a="http://schemas.openxmlformats.org/drawingml/2006/main">
              <a:ext uri="{FF2B5EF4-FFF2-40B4-BE49-F238E27FC236}">
                <a16:creationId xmlns:a16="http://schemas.microsoft.com/office/drawing/2014/main" id="{954E5981-E2D0-49AD-9E38-4384AF7D7CC4}"/>
              </a:ext>
            </a:extLst>
          </p:cNvPr>
          <p:cNvSpPr>
            <a:spLocks xmlns:a="http://schemas.openxmlformats.org/drawingml/2006/main" noGrp="1"/>
          </p:cNvSpPr>
          <p:nvPr/>
        </p:nvSpPr>
        <p:spPr>
          <a:xfrm xmlns:a="http://schemas.openxmlformats.org/drawingml/2006/main">
            <a:off x="4429125" y="3429000"/>
            <a:ext cx="2952750" cy="2667000"/>
          </a:xfrm>
          <a:prstGeom xmlns:a="http://schemas.openxmlformats.org/drawingml/2006/main" prst="roundRect">
            <a:avLst>
              <a:gd name="adj" fmla="val 6429"/>
            </a:avLst>
          </a:prstGeom>
          <a:solidFill xmlns:a="http://schemas.openxmlformats.org/drawingml/2006/main">
            <a:srgbClr val="FFFFFF"/>
          </a:solidFill>
          <a:ln xmlns:a="http://schemas.openxmlformats.org/drawingml/2006/main" w="14288">
            <a:solidFill>
              <a:srgbClr val="C9D5E4"/>
            </a:solidFill>
            <a:prstDash val="solid"/>
          </a:ln>
        </p:spPr>
      </p:sp>
      <p:sp>
        <p:nvSpPr>
          <p:cNvPr id="10" name="">
            <a:extLst xmlns:a="http://schemas.openxmlformats.org/drawingml/2006/main">
              <a:ext uri="{FF2B5EF4-FFF2-40B4-BE49-F238E27FC236}">
                <a16:creationId xmlns:a16="http://schemas.microsoft.com/office/drawing/2014/main" id="{C7F35B74-4654-461E-9223-7CFF890B3A3E}"/>
              </a:ext>
            </a:extLst>
          </p:cNvPr>
          <p:cNvSpPr>
            <a:spLocks xmlns:a="http://schemas.openxmlformats.org/drawingml/2006/main" noGrp="1"/>
          </p:cNvSpPr>
          <p:nvPr/>
        </p:nvSpPr>
        <p:spPr>
          <a:xfrm xmlns:a="http://schemas.openxmlformats.org/drawingml/2006/main">
            <a:off x="4600575" y="3619500"/>
            <a:ext cx="2609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F28C28"/>
                </a:solidFill>
                <a:latin typeface="Calibri"/>
                <a:ea typeface="Calibri"/>
                <a:cs typeface="Calibri"/>
              </a:defRPr>
            </a:defPPr>
          </a:lstStyle>
          <a:p xmlns:a="http://schemas.openxmlformats.org/drawingml/2006/main">
            <a:pPr algn="ctr">
              <a:lnSpc>
                <a:spcPct val="105000"/>
              </a:lnSpc>
              <a:buNone/>
              <a:defRPr sz="2025" b="1">
                <a:solidFill>
                  <a:srgbClr val="F28C28"/>
                </a:solidFill>
                <a:latin typeface="Calibri"/>
                <a:ea typeface="Calibri"/>
                <a:cs typeface="Calibri"/>
              </a:defRPr>
            </a:pPr>
            <a:r>
              <a:rPr sz="2025" b="1">
                <a:solidFill>
                  <a:srgbClr val="F28C28"/>
                </a:solidFill>
                <a:latin typeface="Calibri"/>
                <a:ea typeface="Calibri"/>
                <a:cs typeface="Calibri"/>
              </a:rPr>
              <a:t>2 · Capturar</a:t>
            </a:r>
          </a:p>
        </p:txBody>
      </p:sp>
      <p:sp>
        <p:nvSpPr>
          <p:cNvPr id="11" name="">
            <a:extLst xmlns:a="http://schemas.openxmlformats.org/drawingml/2006/main">
              <a:ext uri="{FF2B5EF4-FFF2-40B4-BE49-F238E27FC236}">
                <a16:creationId xmlns:a16="http://schemas.microsoft.com/office/drawing/2014/main" id="{479C4C4F-A352-4396-ADB6-3497153BAF49}"/>
              </a:ext>
            </a:extLst>
          </p:cNvPr>
          <p:cNvSpPr>
            <a:spLocks xmlns:a="http://schemas.openxmlformats.org/drawingml/2006/main" noGrp="1"/>
          </p:cNvSpPr>
          <p:nvPr/>
        </p:nvSpPr>
        <p:spPr>
          <a:xfrm xmlns:a="http://schemas.openxmlformats.org/drawingml/2006/main">
            <a:off x="4638675" y="4191000"/>
            <a:ext cx="25336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Carga una imagen o usa el registro manual.</a:t>
            </a:r>
          </a:p>
        </p:txBody>
      </p:sp>
      <p:sp>
        <p:nvSpPr>
          <p:cNvPr id="12" name="">
            <a:extLst xmlns:a="http://schemas.openxmlformats.org/drawingml/2006/main">
              <a:ext uri="{FF2B5EF4-FFF2-40B4-BE49-F238E27FC236}">
                <a16:creationId xmlns:a16="http://schemas.microsoft.com/office/drawing/2014/main" id="{09AA707D-9499-4496-8571-1C6D0D8E656C}"/>
              </a:ext>
            </a:extLst>
          </p:cNvPr>
          <p:cNvSpPr>
            <a:spLocks xmlns:a="http://schemas.openxmlformats.org/drawingml/2006/main" noGrp="1"/>
          </p:cNvSpPr>
          <p:nvPr/>
        </p:nvSpPr>
        <p:spPr>
          <a:xfrm xmlns:a="http://schemas.openxmlformats.org/drawingml/2006/main">
            <a:off x="7429500" y="4552950"/>
            <a:ext cx="361950" cy="323850"/>
          </a:xfrm>
          <a:prstGeom xmlns:a="http://schemas.openxmlformats.org/drawingml/2006/main" prst="rightArrow">
            <a:avLst/>
          </a:prstGeom>
          <a:solidFill xmlns:a="http://schemas.openxmlformats.org/drawingml/2006/main">
            <a:srgbClr val="F28C28"/>
          </a:solidFill>
          <a:ln xmlns:a="http://schemas.openxmlformats.org/drawingml/2006/main" w="9525">
            <a:solidFill>
              <a:srgbClr val="F28C28"/>
            </a:solidFill>
            <a:prstDash val="solid"/>
          </a:ln>
        </p:spPr>
      </p:sp>
      <p:sp>
        <p:nvSpPr>
          <p:cNvPr id="13" name="">
            <a:extLst xmlns:a="http://schemas.openxmlformats.org/drawingml/2006/main">
              <a:ext uri="{FF2B5EF4-FFF2-40B4-BE49-F238E27FC236}">
                <a16:creationId xmlns:a16="http://schemas.microsoft.com/office/drawing/2014/main" id="{1F32E05F-F437-48AB-ACA9-7582B3301239}"/>
              </a:ext>
            </a:extLst>
          </p:cNvPr>
          <p:cNvSpPr>
            <a:spLocks xmlns:a="http://schemas.openxmlformats.org/drawingml/2006/main" noGrp="1"/>
          </p:cNvSpPr>
          <p:nvPr/>
        </p:nvSpPr>
        <p:spPr>
          <a:xfrm xmlns:a="http://schemas.openxmlformats.org/drawingml/2006/main">
            <a:off x="7858125" y="3429000"/>
            <a:ext cx="2952750" cy="2667000"/>
          </a:xfrm>
          <a:prstGeom xmlns:a="http://schemas.openxmlformats.org/drawingml/2006/main" prst="roundRect">
            <a:avLst>
              <a:gd name="adj" fmla="val 6429"/>
            </a:avLst>
          </a:prstGeom>
          <a:solidFill xmlns:a="http://schemas.openxmlformats.org/drawingml/2006/main">
            <a:srgbClr val="FFFFFF"/>
          </a:solidFill>
          <a:ln xmlns:a="http://schemas.openxmlformats.org/drawingml/2006/main" w="14288">
            <a:solidFill>
              <a:srgbClr val="C9D5E4"/>
            </a:solidFill>
            <a:prstDash val="solid"/>
          </a:ln>
        </p:spPr>
      </p:sp>
      <p:sp>
        <p:nvSpPr>
          <p:cNvPr id="14" name="">
            <a:extLst xmlns:a="http://schemas.openxmlformats.org/drawingml/2006/main">
              <a:ext uri="{FF2B5EF4-FFF2-40B4-BE49-F238E27FC236}">
                <a16:creationId xmlns:a16="http://schemas.microsoft.com/office/drawing/2014/main" id="{D4217EBD-CDB1-4A14-AF5D-6902AB34ED1A}"/>
              </a:ext>
            </a:extLst>
          </p:cNvPr>
          <p:cNvSpPr>
            <a:spLocks xmlns:a="http://schemas.openxmlformats.org/drawingml/2006/main" noGrp="1"/>
          </p:cNvSpPr>
          <p:nvPr/>
        </p:nvSpPr>
        <p:spPr>
          <a:xfrm xmlns:a="http://schemas.openxmlformats.org/drawingml/2006/main">
            <a:off x="8029575" y="3619500"/>
            <a:ext cx="2609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55A630"/>
                </a:solidFill>
                <a:latin typeface="Calibri"/>
                <a:ea typeface="Calibri"/>
                <a:cs typeface="Calibri"/>
              </a:defRPr>
            </a:defPPr>
          </a:lstStyle>
          <a:p xmlns:a="http://schemas.openxmlformats.org/drawingml/2006/main">
            <a:pPr algn="ctr">
              <a:lnSpc>
                <a:spcPct val="105000"/>
              </a:lnSpc>
              <a:buNone/>
              <a:defRPr sz="2025" b="1">
                <a:solidFill>
                  <a:srgbClr val="55A630"/>
                </a:solidFill>
                <a:latin typeface="Calibri"/>
                <a:ea typeface="Calibri"/>
                <a:cs typeface="Calibri"/>
              </a:defRPr>
            </a:pPr>
            <a:r>
              <a:rPr sz="2025" b="1">
                <a:solidFill>
                  <a:srgbClr val="55A630"/>
                </a:solidFill>
                <a:latin typeface="Calibri"/>
                <a:ea typeface="Calibri"/>
                <a:cs typeface="Calibri"/>
              </a:rPr>
              <a:t>3 · Reconocer</a:t>
            </a:r>
          </a:p>
        </p:txBody>
      </p:sp>
      <p:sp>
        <p:nvSpPr>
          <p:cNvPr id="15" name="">
            <a:extLst xmlns:a="http://schemas.openxmlformats.org/drawingml/2006/main">
              <a:ext uri="{FF2B5EF4-FFF2-40B4-BE49-F238E27FC236}">
                <a16:creationId xmlns:a16="http://schemas.microsoft.com/office/drawing/2014/main" id="{A07ED439-A0A9-440E-B384-A99AD12C821A}"/>
              </a:ext>
            </a:extLst>
          </p:cNvPr>
          <p:cNvSpPr>
            <a:spLocks xmlns:a="http://schemas.openxmlformats.org/drawingml/2006/main" noGrp="1"/>
          </p:cNvSpPr>
          <p:nvPr/>
        </p:nvSpPr>
        <p:spPr>
          <a:xfrm xmlns:a="http://schemas.openxmlformats.org/drawingml/2006/main">
            <a:off x="8067675" y="4191000"/>
            <a:ext cx="25336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YOLO genera regiones y EasyOCR intenta leer la placa.</a:t>
            </a:r>
          </a:p>
        </p:txBody>
      </p:sp>
      <p:sp>
        <p:nvSpPr>
          <p:cNvPr id="16" name="">
            <a:extLst xmlns:a="http://schemas.openxmlformats.org/drawingml/2006/main">
              <a:ext uri="{FF2B5EF4-FFF2-40B4-BE49-F238E27FC236}">
                <a16:creationId xmlns:a16="http://schemas.microsoft.com/office/drawing/2014/main" id="{64565B81-EB3F-4D66-8F3A-E315D4275306}"/>
              </a:ext>
            </a:extLst>
          </p:cNvPr>
          <p:cNvSpPr>
            <a:spLocks xmlns:a="http://schemas.openxmlformats.org/drawingml/2006/main" noGrp="1"/>
          </p:cNvSpPr>
          <p:nvPr/>
        </p:nvSpPr>
        <p:spPr>
          <a:xfrm xmlns:a="http://schemas.openxmlformats.org/drawingml/2006/main">
            <a:off x="10858500" y="4552950"/>
            <a:ext cx="361950" cy="323850"/>
          </a:xfrm>
          <a:prstGeom xmlns:a="http://schemas.openxmlformats.org/drawingml/2006/main" prst="rightArrow">
            <a:avLst/>
          </a:prstGeom>
          <a:solidFill xmlns:a="http://schemas.openxmlformats.org/drawingml/2006/main">
            <a:srgbClr val="F28C28"/>
          </a:solidFill>
          <a:ln xmlns:a="http://schemas.openxmlformats.org/drawingml/2006/main" w="9525">
            <a:solidFill>
              <a:srgbClr val="F28C28"/>
            </a:solidFill>
            <a:prstDash val="solid"/>
          </a:ln>
        </p:spPr>
      </p:sp>
      <p:sp>
        <p:nvSpPr>
          <p:cNvPr id="17" name="">
            <a:extLst xmlns:a="http://schemas.openxmlformats.org/drawingml/2006/main">
              <a:ext uri="{FF2B5EF4-FFF2-40B4-BE49-F238E27FC236}">
                <a16:creationId xmlns:a16="http://schemas.microsoft.com/office/drawing/2014/main" id="{E8635B50-5313-4D33-A342-5687AB5758F0}"/>
              </a:ext>
            </a:extLst>
          </p:cNvPr>
          <p:cNvSpPr>
            <a:spLocks xmlns:a="http://schemas.openxmlformats.org/drawingml/2006/main" noGrp="1"/>
          </p:cNvSpPr>
          <p:nvPr/>
        </p:nvSpPr>
        <p:spPr>
          <a:xfrm xmlns:a="http://schemas.openxmlformats.org/drawingml/2006/main">
            <a:off x="11287125" y="3429000"/>
            <a:ext cx="2952750" cy="2667000"/>
          </a:xfrm>
          <a:prstGeom xmlns:a="http://schemas.openxmlformats.org/drawingml/2006/main" prst="roundRect">
            <a:avLst>
              <a:gd name="adj" fmla="val 6429"/>
            </a:avLst>
          </a:prstGeom>
          <a:solidFill xmlns:a="http://schemas.openxmlformats.org/drawingml/2006/main">
            <a:srgbClr val="FFFFFF"/>
          </a:solidFill>
          <a:ln xmlns:a="http://schemas.openxmlformats.org/drawingml/2006/main" w="14288">
            <a:solidFill>
              <a:srgbClr val="C9D5E4"/>
            </a:solidFill>
            <a:prstDash val="solid"/>
          </a:ln>
        </p:spPr>
      </p:sp>
      <p:sp>
        <p:nvSpPr>
          <p:cNvPr id="18" name="">
            <a:extLst xmlns:a="http://schemas.openxmlformats.org/drawingml/2006/main">
              <a:ext uri="{FF2B5EF4-FFF2-40B4-BE49-F238E27FC236}">
                <a16:creationId xmlns:a16="http://schemas.microsoft.com/office/drawing/2014/main" id="{537C7559-C520-4F6D-9537-5CC08C0341B4}"/>
              </a:ext>
            </a:extLst>
          </p:cNvPr>
          <p:cNvSpPr>
            <a:spLocks xmlns:a="http://schemas.openxmlformats.org/drawingml/2006/main" noGrp="1"/>
          </p:cNvSpPr>
          <p:nvPr/>
        </p:nvSpPr>
        <p:spPr>
          <a:xfrm xmlns:a="http://schemas.openxmlformats.org/drawingml/2006/main">
            <a:off x="11458575" y="3619500"/>
            <a:ext cx="2609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122A51"/>
                </a:solidFill>
                <a:latin typeface="Calibri"/>
                <a:ea typeface="Calibri"/>
                <a:cs typeface="Calibri"/>
              </a:defRPr>
            </a:defPPr>
          </a:lstStyle>
          <a:p xmlns:a="http://schemas.openxmlformats.org/drawingml/2006/main">
            <a:pPr algn="ctr">
              <a:lnSpc>
                <a:spcPct val="105000"/>
              </a:lnSpc>
              <a:buNone/>
              <a:defRPr sz="2025" b="1">
                <a:solidFill>
                  <a:srgbClr val="122A51"/>
                </a:solidFill>
                <a:latin typeface="Calibri"/>
                <a:ea typeface="Calibri"/>
                <a:cs typeface="Calibri"/>
              </a:defRPr>
            </a:pPr>
            <a:r>
              <a:rPr sz="2025" b="1">
                <a:solidFill>
                  <a:srgbClr val="122A51"/>
                </a:solidFill>
                <a:latin typeface="Calibri"/>
                <a:ea typeface="Calibri"/>
                <a:cs typeface="Calibri"/>
              </a:rPr>
              <a:t>4 · Validar</a:t>
            </a:r>
          </a:p>
        </p:txBody>
      </p:sp>
      <p:sp>
        <p:nvSpPr>
          <p:cNvPr id="19" name="">
            <a:extLst xmlns:a="http://schemas.openxmlformats.org/drawingml/2006/main">
              <a:ext uri="{FF2B5EF4-FFF2-40B4-BE49-F238E27FC236}">
                <a16:creationId xmlns:a16="http://schemas.microsoft.com/office/drawing/2014/main" id="{B1A2757C-1162-4D18-A1DB-EBC13A8B8504}"/>
              </a:ext>
            </a:extLst>
          </p:cNvPr>
          <p:cNvSpPr>
            <a:spLocks xmlns:a="http://schemas.openxmlformats.org/drawingml/2006/main" noGrp="1"/>
          </p:cNvSpPr>
          <p:nvPr/>
        </p:nvSpPr>
        <p:spPr>
          <a:xfrm xmlns:a="http://schemas.openxmlformats.org/drawingml/2006/main">
            <a:off x="11496675" y="4191000"/>
            <a:ext cx="25336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La API registra entrada o salida según el historial.</a:t>
            </a:r>
          </a:p>
        </p:txBody>
      </p:sp>
      <p:sp>
        <p:nvSpPr>
          <p:cNvPr id="20" name="">
            <a:extLst xmlns:a="http://schemas.openxmlformats.org/drawingml/2006/main">
              <a:ext uri="{FF2B5EF4-FFF2-40B4-BE49-F238E27FC236}">
                <a16:creationId xmlns:a16="http://schemas.microsoft.com/office/drawing/2014/main" id="{EB8F076A-5776-4FA5-BE0B-3D1495EDE6DA}"/>
              </a:ext>
            </a:extLst>
          </p:cNvPr>
          <p:cNvSpPr>
            <a:spLocks xmlns:a="http://schemas.openxmlformats.org/drawingml/2006/main" noGrp="1"/>
          </p:cNvSpPr>
          <p:nvPr/>
        </p:nvSpPr>
        <p:spPr>
          <a:xfrm xmlns:a="http://schemas.openxmlformats.org/drawingml/2006/main">
            <a:off x="14287500" y="4552950"/>
            <a:ext cx="361950" cy="323850"/>
          </a:xfrm>
          <a:prstGeom xmlns:a="http://schemas.openxmlformats.org/drawingml/2006/main" prst="rightArrow">
            <a:avLst/>
          </a:prstGeom>
          <a:solidFill xmlns:a="http://schemas.openxmlformats.org/drawingml/2006/main">
            <a:srgbClr val="F28C28"/>
          </a:solidFill>
          <a:ln xmlns:a="http://schemas.openxmlformats.org/drawingml/2006/main" w="9525">
            <a:solidFill>
              <a:srgbClr val="F28C28"/>
            </a:solidFill>
            <a:prstDash val="solid"/>
          </a:ln>
        </p:spPr>
      </p:sp>
      <p:sp>
        <p:nvSpPr>
          <p:cNvPr id="21" name="">
            <a:extLst xmlns:a="http://schemas.openxmlformats.org/drawingml/2006/main">
              <a:ext uri="{FF2B5EF4-FFF2-40B4-BE49-F238E27FC236}">
                <a16:creationId xmlns:a16="http://schemas.microsoft.com/office/drawing/2014/main" id="{68005127-AB01-446A-8625-4B1790A06235}"/>
              </a:ext>
            </a:extLst>
          </p:cNvPr>
          <p:cNvSpPr>
            <a:spLocks xmlns:a="http://schemas.openxmlformats.org/drawingml/2006/main" noGrp="1"/>
          </p:cNvSpPr>
          <p:nvPr/>
        </p:nvSpPr>
        <p:spPr>
          <a:xfrm xmlns:a="http://schemas.openxmlformats.org/drawingml/2006/main">
            <a:off x="14716125" y="3429000"/>
            <a:ext cx="2952750" cy="2667000"/>
          </a:xfrm>
          <a:prstGeom xmlns:a="http://schemas.openxmlformats.org/drawingml/2006/main" prst="roundRect">
            <a:avLst>
              <a:gd name="adj" fmla="val 6429"/>
            </a:avLst>
          </a:prstGeom>
          <a:solidFill xmlns:a="http://schemas.openxmlformats.org/drawingml/2006/main">
            <a:srgbClr val="FFFFFF"/>
          </a:solidFill>
          <a:ln xmlns:a="http://schemas.openxmlformats.org/drawingml/2006/main" w="14288">
            <a:solidFill>
              <a:srgbClr val="C9D5E4"/>
            </a:solidFill>
            <a:prstDash val="solid"/>
          </a:ln>
        </p:spPr>
      </p:sp>
      <p:sp>
        <p:nvSpPr>
          <p:cNvPr id="22" name="">
            <a:extLst xmlns:a="http://schemas.openxmlformats.org/drawingml/2006/main">
              <a:ext uri="{FF2B5EF4-FFF2-40B4-BE49-F238E27FC236}">
                <a16:creationId xmlns:a16="http://schemas.microsoft.com/office/drawing/2014/main" id="{2987411A-2118-4949-B304-4DA86CBA54DC}"/>
              </a:ext>
            </a:extLst>
          </p:cNvPr>
          <p:cNvSpPr>
            <a:spLocks xmlns:a="http://schemas.openxmlformats.org/drawingml/2006/main" noGrp="1"/>
          </p:cNvSpPr>
          <p:nvPr/>
        </p:nvSpPr>
        <p:spPr>
          <a:xfrm xmlns:a="http://schemas.openxmlformats.org/drawingml/2006/main">
            <a:off x="14887575" y="3619500"/>
            <a:ext cx="2609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0876B9"/>
                </a:solidFill>
                <a:latin typeface="Calibri"/>
                <a:ea typeface="Calibri"/>
                <a:cs typeface="Calibri"/>
              </a:defRPr>
            </a:defPPr>
          </a:lstStyle>
          <a:p xmlns:a="http://schemas.openxmlformats.org/drawingml/2006/main">
            <a:pPr algn="ctr">
              <a:lnSpc>
                <a:spcPct val="105000"/>
              </a:lnSpc>
              <a:buNone/>
              <a:defRPr sz="2025" b="1">
                <a:solidFill>
                  <a:srgbClr val="0876B9"/>
                </a:solidFill>
                <a:latin typeface="Calibri"/>
                <a:ea typeface="Calibri"/>
                <a:cs typeface="Calibri"/>
              </a:defRPr>
            </a:pPr>
            <a:r>
              <a:rPr sz="2025" b="1">
                <a:solidFill>
                  <a:srgbClr val="0876B9"/>
                </a:solidFill>
                <a:latin typeface="Calibri"/>
                <a:ea typeface="Calibri"/>
                <a:cs typeface="Calibri"/>
              </a:rPr>
              <a:t>5 · Consultar</a:t>
            </a:r>
          </a:p>
        </p:txBody>
      </p:sp>
      <p:sp>
        <p:nvSpPr>
          <p:cNvPr id="23" name="">
            <a:extLst xmlns:a="http://schemas.openxmlformats.org/drawingml/2006/main">
              <a:ext uri="{FF2B5EF4-FFF2-40B4-BE49-F238E27FC236}">
                <a16:creationId xmlns:a16="http://schemas.microsoft.com/office/drawing/2014/main" id="{C0AFAF1B-D560-4797-A013-CA702853A1AB}"/>
              </a:ext>
            </a:extLst>
          </p:cNvPr>
          <p:cNvSpPr>
            <a:spLocks xmlns:a="http://schemas.openxmlformats.org/drawingml/2006/main" noGrp="1"/>
          </p:cNvSpPr>
          <p:nvPr/>
        </p:nvSpPr>
        <p:spPr>
          <a:xfrm xmlns:a="http://schemas.openxmlformats.org/drawingml/2006/main">
            <a:off x="14925675" y="4191000"/>
            <a:ext cx="25336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El movimiento queda disponible para historial y analítica.</a:t>
            </a:r>
          </a:p>
        </p:txBody>
      </p:sp>
      <p:sp>
        <p:nvSpPr>
          <p:cNvPr id="24" name="">
            <a:extLst xmlns:a="http://schemas.openxmlformats.org/drawingml/2006/main">
              <a:ext uri="{FF2B5EF4-FFF2-40B4-BE49-F238E27FC236}">
                <a16:creationId xmlns:a16="http://schemas.microsoft.com/office/drawing/2014/main" id="{CA5503C9-B408-4559-AE7D-DED712747610}"/>
              </a:ext>
            </a:extLst>
          </p:cNvPr>
          <p:cNvSpPr>
            <a:spLocks xmlns:a="http://schemas.openxmlformats.org/drawingml/2006/main" noGrp="1"/>
          </p:cNvSpPr>
          <p:nvPr/>
        </p:nvSpPr>
        <p:spPr>
          <a:xfrm xmlns:a="http://schemas.openxmlformats.org/drawingml/2006/main">
            <a:off x="1905000" y="6953250"/>
            <a:ext cx="14287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75" b="1">
                <a:solidFill>
                  <a:srgbClr val="122A51"/>
                </a:solidFill>
                <a:latin typeface="Calibri"/>
                <a:ea typeface="Calibri"/>
                <a:cs typeface="Calibri"/>
              </a:defRPr>
            </a:defPPr>
          </a:lstStyle>
          <a:p xmlns:a="http://schemas.openxmlformats.org/drawingml/2006/main">
            <a:pPr algn="ctr">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Si la placa no se reconoce, el sistema devuelve una respuesta de error; la validación manual permite continuar la operación.</a:t>
            </a:r>
          </a:p>
        </p:txBody>
      </p:sp>
    </p:spTree>
    <p:extLst>
      <p:ext uri="{BB962C8B-B14F-4D97-AF65-F5344CB8AC3E}">
        <p14:creationId xmlns:p14="http://schemas.microsoft.com/office/powerpoint/2010/main" val="115060812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B56D0132-67FC-445F-80DF-1431EE4B9381}"/>
              </a:ext>
            </a:extLst>
          </p:cNvPr>
          <p:cNvPicPr>
            <a:picLocks xmlns:a="http://schemas.openxmlformats.org/drawingml/2006/main" noChangeAspect="1"/>
          </p:cNvPicPr>
          <p:nvPr/>
        </p:nvPicPr>
        <p:blipFill>
          <a:blip xmlns:r="http://schemas.openxmlformats.org/officeDocument/2006/relationships" xmlns:a="http://schemas.openxmlformats.org/drawingml/2006/main" r:embed="Raddbd650a7fb46b5"/>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29F2FF-832B-4C51-AC47-A065AF75B7FC}"/>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8. PRESENTACIÓN DEL PRODUCTO</a:t>
            </a:r>
          </a:p>
        </p:txBody>
      </p:sp>
      <p:sp>
        <p:nvSpPr>
          <p:cNvPr id="3" name="">
            <a:extLst xmlns:a="http://schemas.openxmlformats.org/drawingml/2006/main">
              <a:ext uri="{FF2B5EF4-FFF2-40B4-BE49-F238E27FC236}">
                <a16:creationId xmlns:a16="http://schemas.microsoft.com/office/drawing/2014/main" id="{2B260F11-95F6-4D65-A38E-D66384D565DE}"/>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Administración de usuarios y roles</a:t>
            </a:r>
          </a:p>
        </p:txBody>
      </p:sp>
      <p:sp>
        <p:nvSpPr>
          <p:cNvPr id="4" name="">
            <a:extLst xmlns:a="http://schemas.openxmlformats.org/drawingml/2006/main">
              <a:ext uri="{FF2B5EF4-FFF2-40B4-BE49-F238E27FC236}">
                <a16:creationId xmlns:a16="http://schemas.microsoft.com/office/drawing/2014/main" id="{80E6904C-ED67-42F6-BC85-531D4CAEBC93}"/>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F66D0CFA-2ACC-42B3-91A9-D2DDEF89BAB8}"/>
              </a:ext>
            </a:extLst>
          </p:cNvPr>
          <p:cNvSpPr>
            <a:spLocks xmlns:a="http://schemas.openxmlformats.org/drawingml/2006/main" noGrp="1"/>
          </p:cNvSpPr>
          <p:nvPr/>
        </p:nvSpPr>
        <p:spPr>
          <a:xfrm xmlns:a="http://schemas.openxmlformats.org/drawingml/2006/main">
            <a:off x="1524000" y="2571750"/>
            <a:ext cx="7000875"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4288">
            <a:solidFill>
              <a:srgbClr val="D8E1EB"/>
            </a:solidFill>
            <a:prstDash val="solid"/>
          </a:ln>
        </p:spPr>
      </p:sp>
      <p:sp>
        <p:nvSpPr>
          <p:cNvPr id="6" name="">
            <a:extLst xmlns:a="http://schemas.openxmlformats.org/drawingml/2006/main">
              <a:ext uri="{FF2B5EF4-FFF2-40B4-BE49-F238E27FC236}">
                <a16:creationId xmlns:a16="http://schemas.microsoft.com/office/drawing/2014/main" id="{495C4531-3771-428B-B994-77B46E34771F}"/>
              </a:ext>
            </a:extLst>
          </p:cNvPr>
          <p:cNvSpPr>
            <a:spLocks xmlns:a="http://schemas.openxmlformats.org/drawingml/2006/main" noGrp="1"/>
          </p:cNvSpPr>
          <p:nvPr/>
        </p:nvSpPr>
        <p:spPr>
          <a:xfrm xmlns:a="http://schemas.openxmlformats.org/drawingml/2006/main">
            <a:off x="1524000" y="2571750"/>
            <a:ext cx="114300" cy="2190750"/>
          </a:xfrm>
          <a:prstGeom xmlns:a="http://schemas.openxmlformats.org/drawingml/2006/main" prst="rect">
            <a:avLst/>
          </a:prstGeom>
          <a:solidFill xmlns:a="http://schemas.openxmlformats.org/drawingml/2006/main">
            <a:srgbClr val="0876B9"/>
          </a:solidFill>
          <a:ln xmlns:a="http://schemas.openxmlformats.org/drawingml/2006/main" w="14288">
            <a:solidFill>
              <a:srgbClr val="0876B9"/>
            </a:solidFill>
            <a:prstDash val="solid"/>
          </a:ln>
        </p:spPr>
      </p:sp>
      <p:sp>
        <p:nvSpPr>
          <p:cNvPr id="7" name="">
            <a:extLst xmlns:a="http://schemas.openxmlformats.org/drawingml/2006/main">
              <a:ext uri="{FF2B5EF4-FFF2-40B4-BE49-F238E27FC236}">
                <a16:creationId xmlns:a16="http://schemas.microsoft.com/office/drawing/2014/main" id="{3CDCC5AA-FDBB-426B-8E19-82F19F188EDB}"/>
              </a:ext>
            </a:extLst>
          </p:cNvPr>
          <p:cNvSpPr>
            <a:spLocks xmlns:a="http://schemas.openxmlformats.org/drawingml/2006/main" noGrp="1"/>
          </p:cNvSpPr>
          <p:nvPr/>
        </p:nvSpPr>
        <p:spPr>
          <a:xfrm xmlns:a="http://schemas.openxmlformats.org/drawingml/2006/main">
            <a:off x="1809750" y="2781300"/>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Usuarios autorizados</a:t>
            </a:r>
          </a:p>
        </p:txBody>
      </p:sp>
      <p:sp>
        <p:nvSpPr>
          <p:cNvPr id="8" name="">
            <a:extLst xmlns:a="http://schemas.openxmlformats.org/drawingml/2006/main">
              <a:ext uri="{FF2B5EF4-FFF2-40B4-BE49-F238E27FC236}">
                <a16:creationId xmlns:a16="http://schemas.microsoft.com/office/drawing/2014/main" id="{8789E4E5-8C30-4097-B5CD-CAD81D307183}"/>
              </a:ext>
            </a:extLst>
          </p:cNvPr>
          <p:cNvSpPr>
            <a:spLocks xmlns:a="http://schemas.openxmlformats.org/drawingml/2006/main" noGrp="1"/>
          </p:cNvSpPr>
          <p:nvPr/>
        </p:nvSpPr>
        <p:spPr>
          <a:xfrm xmlns:a="http://schemas.openxmlformats.org/drawingml/2006/main">
            <a:off x="1809750" y="3371850"/>
            <a:ext cx="64484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a:solidFill>
                  <a:srgbClr val="17243A"/>
                </a:solidFill>
                <a:latin typeface="Calibri"/>
                <a:ea typeface="Calibri"/>
                <a:cs typeface="Calibri"/>
              </a:defRPr>
            </a:defPPr>
          </a:lstStyle>
          <a:p xmlns:a="http://schemas.openxmlformats.org/drawingml/2006/main">
            <a:pPr algn="l">
              <a:lnSpc>
                <a:spcPct val="108000"/>
              </a:lnSpc>
              <a:buNone/>
              <a:defRPr sz="2100">
                <a:solidFill>
                  <a:srgbClr val="17243A"/>
                </a:solidFill>
                <a:latin typeface="Calibri"/>
                <a:ea typeface="Calibri"/>
                <a:cs typeface="Calibri"/>
              </a:defRPr>
            </a:pPr>
            <a:r>
              <a:rPr sz="2100">
                <a:solidFill>
                  <a:srgbClr val="17243A"/>
                </a:solidFill>
                <a:latin typeface="Calibri"/>
                <a:ea typeface="Calibri"/>
                <a:cs typeface="Calibri"/>
              </a:rPr>
              <a:t>Crear, consultar y actualizar personas que pueden ingresar con motocicleta.</a:t>
            </a:r>
          </a:p>
        </p:txBody>
      </p:sp>
      <p:sp>
        <p:nvSpPr>
          <p:cNvPr id="9" name="">
            <a:extLst xmlns:a="http://schemas.openxmlformats.org/drawingml/2006/main">
              <a:ext uri="{FF2B5EF4-FFF2-40B4-BE49-F238E27FC236}">
                <a16:creationId xmlns:a16="http://schemas.microsoft.com/office/drawing/2014/main" id="{63E0B6C4-9F32-40FF-9E00-713A364573FC}"/>
              </a:ext>
            </a:extLst>
          </p:cNvPr>
          <p:cNvSpPr>
            <a:spLocks xmlns:a="http://schemas.openxmlformats.org/drawingml/2006/main" noGrp="1"/>
          </p:cNvSpPr>
          <p:nvPr/>
        </p:nvSpPr>
        <p:spPr>
          <a:xfrm xmlns:a="http://schemas.openxmlformats.org/drawingml/2006/main">
            <a:off x="9525000" y="2571750"/>
            <a:ext cx="7000875"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4288">
            <a:solidFill>
              <a:srgbClr val="D8E1EB"/>
            </a:solidFill>
            <a:prstDash val="solid"/>
          </a:ln>
        </p:spPr>
      </p:sp>
      <p:sp>
        <p:nvSpPr>
          <p:cNvPr id="10" name="">
            <a:extLst xmlns:a="http://schemas.openxmlformats.org/drawingml/2006/main">
              <a:ext uri="{FF2B5EF4-FFF2-40B4-BE49-F238E27FC236}">
                <a16:creationId xmlns:a16="http://schemas.microsoft.com/office/drawing/2014/main" id="{EAE8C43C-703E-4006-A2F9-49B3A52AF2D8}"/>
              </a:ext>
            </a:extLst>
          </p:cNvPr>
          <p:cNvSpPr>
            <a:spLocks xmlns:a="http://schemas.openxmlformats.org/drawingml/2006/main" noGrp="1"/>
          </p:cNvSpPr>
          <p:nvPr/>
        </p:nvSpPr>
        <p:spPr>
          <a:xfrm xmlns:a="http://schemas.openxmlformats.org/drawingml/2006/main">
            <a:off x="9525000" y="2571750"/>
            <a:ext cx="114300" cy="2190750"/>
          </a:xfrm>
          <a:prstGeom xmlns:a="http://schemas.openxmlformats.org/drawingml/2006/main" prst="rect">
            <a:avLst/>
          </a:prstGeom>
          <a:solidFill xmlns:a="http://schemas.openxmlformats.org/drawingml/2006/main">
            <a:srgbClr val="F28C28"/>
          </a:solidFill>
          <a:ln xmlns:a="http://schemas.openxmlformats.org/drawingml/2006/main" w="14288">
            <a:solidFill>
              <a:srgbClr val="F28C28"/>
            </a:solidFill>
            <a:prstDash val="solid"/>
          </a:ln>
        </p:spPr>
      </p:sp>
      <p:sp>
        <p:nvSpPr>
          <p:cNvPr id="11" name="">
            <a:extLst xmlns:a="http://schemas.openxmlformats.org/drawingml/2006/main">
              <a:ext uri="{FF2B5EF4-FFF2-40B4-BE49-F238E27FC236}">
                <a16:creationId xmlns:a16="http://schemas.microsoft.com/office/drawing/2014/main" id="{CD9F75B7-AA2E-4743-801D-F6666657EB88}"/>
              </a:ext>
            </a:extLst>
          </p:cNvPr>
          <p:cNvSpPr>
            <a:spLocks xmlns:a="http://schemas.openxmlformats.org/drawingml/2006/main" noGrp="1"/>
          </p:cNvSpPr>
          <p:nvPr/>
        </p:nvSpPr>
        <p:spPr>
          <a:xfrm xmlns:a="http://schemas.openxmlformats.org/drawingml/2006/main">
            <a:off x="9810750" y="2781300"/>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Roles del sistema</a:t>
            </a:r>
          </a:p>
        </p:txBody>
      </p:sp>
      <p:sp>
        <p:nvSpPr>
          <p:cNvPr id="12" name="">
            <a:extLst xmlns:a="http://schemas.openxmlformats.org/drawingml/2006/main">
              <a:ext uri="{FF2B5EF4-FFF2-40B4-BE49-F238E27FC236}">
                <a16:creationId xmlns:a16="http://schemas.microsoft.com/office/drawing/2014/main" id="{599AE345-4279-422B-917A-61F8E344CAA2}"/>
              </a:ext>
            </a:extLst>
          </p:cNvPr>
          <p:cNvSpPr>
            <a:spLocks xmlns:a="http://schemas.openxmlformats.org/drawingml/2006/main" noGrp="1"/>
          </p:cNvSpPr>
          <p:nvPr/>
        </p:nvSpPr>
        <p:spPr>
          <a:xfrm xmlns:a="http://schemas.openxmlformats.org/drawingml/2006/main">
            <a:off x="9810750" y="3371850"/>
            <a:ext cx="64484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a:solidFill>
                  <a:srgbClr val="17243A"/>
                </a:solidFill>
                <a:latin typeface="Calibri"/>
                <a:ea typeface="Calibri"/>
                <a:cs typeface="Calibri"/>
              </a:defRPr>
            </a:defPPr>
          </a:lstStyle>
          <a:p xmlns:a="http://schemas.openxmlformats.org/drawingml/2006/main">
            <a:pPr algn="l">
              <a:lnSpc>
                <a:spcPct val="108000"/>
              </a:lnSpc>
              <a:buNone/>
              <a:defRPr sz="2100">
                <a:solidFill>
                  <a:srgbClr val="17243A"/>
                </a:solidFill>
                <a:latin typeface="Calibri"/>
                <a:ea typeface="Calibri"/>
                <a:cs typeface="Calibri"/>
              </a:defRPr>
            </a:pPr>
            <a:r>
              <a:rPr sz="2100">
                <a:solidFill>
                  <a:srgbClr val="17243A"/>
                </a:solidFill>
                <a:latin typeface="Calibri"/>
                <a:ea typeface="Calibri"/>
                <a:cs typeface="Calibri"/>
              </a:rPr>
              <a:t>La interfaz consulta el catálogo de perfiles. La restricción por rol debe verificarse en la API.</a:t>
            </a:r>
          </a:p>
        </p:txBody>
      </p:sp>
      <p:sp>
        <p:nvSpPr>
          <p:cNvPr id="13" name="">
            <a:extLst xmlns:a="http://schemas.openxmlformats.org/drawingml/2006/main">
              <a:ext uri="{FF2B5EF4-FFF2-40B4-BE49-F238E27FC236}">
                <a16:creationId xmlns:a16="http://schemas.microsoft.com/office/drawing/2014/main" id="{06B4A1F6-0507-47DB-AF8B-EFE879B737E6}"/>
              </a:ext>
            </a:extLst>
          </p:cNvPr>
          <p:cNvSpPr>
            <a:spLocks xmlns:a="http://schemas.openxmlformats.org/drawingml/2006/main" noGrp="1"/>
          </p:cNvSpPr>
          <p:nvPr/>
        </p:nvSpPr>
        <p:spPr>
          <a:xfrm xmlns:a="http://schemas.openxmlformats.org/drawingml/2006/main">
            <a:off x="1524000" y="5286375"/>
            <a:ext cx="7000875"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4288">
            <a:solidFill>
              <a:srgbClr val="D8E1EB"/>
            </a:solidFill>
            <a:prstDash val="solid"/>
          </a:ln>
        </p:spPr>
      </p:sp>
      <p:sp>
        <p:nvSpPr>
          <p:cNvPr id="14" name="">
            <a:extLst xmlns:a="http://schemas.openxmlformats.org/drawingml/2006/main">
              <a:ext uri="{FF2B5EF4-FFF2-40B4-BE49-F238E27FC236}">
                <a16:creationId xmlns:a16="http://schemas.microsoft.com/office/drawing/2014/main" id="{6582C95B-BBA9-4DFA-9800-C6BB3600804C}"/>
              </a:ext>
            </a:extLst>
          </p:cNvPr>
          <p:cNvSpPr>
            <a:spLocks xmlns:a="http://schemas.openxmlformats.org/drawingml/2006/main" noGrp="1"/>
          </p:cNvSpPr>
          <p:nvPr/>
        </p:nvSpPr>
        <p:spPr>
          <a:xfrm xmlns:a="http://schemas.openxmlformats.org/drawingml/2006/main">
            <a:off x="1524000" y="5286375"/>
            <a:ext cx="114300" cy="2190750"/>
          </a:xfrm>
          <a:prstGeom xmlns:a="http://schemas.openxmlformats.org/drawingml/2006/main" prst="rect">
            <a:avLst/>
          </a:prstGeom>
          <a:solidFill xmlns:a="http://schemas.openxmlformats.org/drawingml/2006/main">
            <a:srgbClr val="55A630"/>
          </a:solidFill>
          <a:ln xmlns:a="http://schemas.openxmlformats.org/drawingml/2006/main" w="14288">
            <a:solidFill>
              <a:srgbClr val="55A630"/>
            </a:solidFill>
            <a:prstDash val="solid"/>
          </a:ln>
        </p:spPr>
      </p:sp>
      <p:sp>
        <p:nvSpPr>
          <p:cNvPr id="15" name="">
            <a:extLst xmlns:a="http://schemas.openxmlformats.org/drawingml/2006/main">
              <a:ext uri="{FF2B5EF4-FFF2-40B4-BE49-F238E27FC236}">
                <a16:creationId xmlns:a16="http://schemas.microsoft.com/office/drawing/2014/main" id="{9D6F525C-A774-474B-8BF7-DDC01FAB5ECA}"/>
              </a:ext>
            </a:extLst>
          </p:cNvPr>
          <p:cNvSpPr>
            <a:spLocks xmlns:a="http://schemas.openxmlformats.org/drawingml/2006/main" noGrp="1"/>
          </p:cNvSpPr>
          <p:nvPr/>
        </p:nvSpPr>
        <p:spPr>
          <a:xfrm xmlns:a="http://schemas.openxmlformats.org/drawingml/2006/main">
            <a:off x="1809750" y="5495925"/>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Inicio de sesión</a:t>
            </a:r>
          </a:p>
        </p:txBody>
      </p:sp>
      <p:sp>
        <p:nvSpPr>
          <p:cNvPr id="16" name="">
            <a:extLst xmlns:a="http://schemas.openxmlformats.org/drawingml/2006/main">
              <a:ext uri="{FF2B5EF4-FFF2-40B4-BE49-F238E27FC236}">
                <a16:creationId xmlns:a16="http://schemas.microsoft.com/office/drawing/2014/main" id="{C2126635-F944-4CDC-9963-E2EE131C1735}"/>
              </a:ext>
            </a:extLst>
          </p:cNvPr>
          <p:cNvSpPr>
            <a:spLocks xmlns:a="http://schemas.openxmlformats.org/drawingml/2006/main" noGrp="1"/>
          </p:cNvSpPr>
          <p:nvPr/>
        </p:nvSpPr>
        <p:spPr>
          <a:xfrm xmlns:a="http://schemas.openxmlformats.org/drawingml/2006/main">
            <a:off x="1809750" y="6086475"/>
            <a:ext cx="64484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a:solidFill>
                  <a:srgbClr val="17243A"/>
                </a:solidFill>
                <a:latin typeface="Calibri"/>
                <a:ea typeface="Calibri"/>
                <a:cs typeface="Calibri"/>
              </a:defRPr>
            </a:defPPr>
          </a:lstStyle>
          <a:p xmlns:a="http://schemas.openxmlformats.org/drawingml/2006/main">
            <a:pPr algn="l">
              <a:lnSpc>
                <a:spcPct val="108000"/>
              </a:lnSpc>
              <a:buNone/>
              <a:defRPr sz="2100">
                <a:solidFill>
                  <a:srgbClr val="17243A"/>
                </a:solidFill>
                <a:latin typeface="Calibri"/>
                <a:ea typeface="Calibri"/>
                <a:cs typeface="Calibri"/>
              </a:defRPr>
            </a:pPr>
            <a:r>
              <a:rPr sz="2100">
                <a:solidFill>
                  <a:srgbClr val="17243A"/>
                </a:solidFill>
                <a:latin typeface="Calibri"/>
                <a:ea typeface="Calibri"/>
                <a:cs typeface="Calibri"/>
              </a:rPr>
              <a:t>Autenticación JWT para personal operador o administrador.</a:t>
            </a:r>
          </a:p>
        </p:txBody>
      </p:sp>
      <p:sp>
        <p:nvSpPr>
          <p:cNvPr id="17" name="">
            <a:extLst xmlns:a="http://schemas.openxmlformats.org/drawingml/2006/main">
              <a:ext uri="{FF2B5EF4-FFF2-40B4-BE49-F238E27FC236}">
                <a16:creationId xmlns:a16="http://schemas.microsoft.com/office/drawing/2014/main" id="{66CF3185-21B3-4D6A-B69C-5E1BC9FF37F3}"/>
              </a:ext>
            </a:extLst>
          </p:cNvPr>
          <p:cNvSpPr>
            <a:spLocks xmlns:a="http://schemas.openxmlformats.org/drawingml/2006/main" noGrp="1"/>
          </p:cNvSpPr>
          <p:nvPr/>
        </p:nvSpPr>
        <p:spPr>
          <a:xfrm xmlns:a="http://schemas.openxmlformats.org/drawingml/2006/main">
            <a:off x="9525000" y="5286375"/>
            <a:ext cx="7000875"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4288">
            <a:solidFill>
              <a:srgbClr val="D8E1EB"/>
            </a:solidFill>
            <a:prstDash val="solid"/>
          </a:ln>
        </p:spPr>
      </p:sp>
      <p:sp>
        <p:nvSpPr>
          <p:cNvPr id="18" name="">
            <a:extLst xmlns:a="http://schemas.openxmlformats.org/drawingml/2006/main">
              <a:ext uri="{FF2B5EF4-FFF2-40B4-BE49-F238E27FC236}">
                <a16:creationId xmlns:a16="http://schemas.microsoft.com/office/drawing/2014/main" id="{3D0F8DC9-928F-4765-B30F-15059AE65900}"/>
              </a:ext>
            </a:extLst>
          </p:cNvPr>
          <p:cNvSpPr>
            <a:spLocks xmlns:a="http://schemas.openxmlformats.org/drawingml/2006/main" noGrp="1"/>
          </p:cNvSpPr>
          <p:nvPr/>
        </p:nvSpPr>
        <p:spPr>
          <a:xfrm xmlns:a="http://schemas.openxmlformats.org/drawingml/2006/main">
            <a:off x="9525000" y="5286375"/>
            <a:ext cx="114300" cy="2190750"/>
          </a:xfrm>
          <a:prstGeom xmlns:a="http://schemas.openxmlformats.org/drawingml/2006/main" prst="rect">
            <a:avLst/>
          </a:prstGeom>
          <a:solidFill xmlns:a="http://schemas.openxmlformats.org/drawingml/2006/main">
            <a:srgbClr val="122A51"/>
          </a:solidFill>
          <a:ln xmlns:a="http://schemas.openxmlformats.org/drawingml/2006/main" w="14288">
            <a:solidFill>
              <a:srgbClr val="122A51"/>
            </a:solidFill>
            <a:prstDash val="solid"/>
          </a:ln>
        </p:spPr>
      </p:sp>
      <p:sp>
        <p:nvSpPr>
          <p:cNvPr id="19" name="">
            <a:extLst xmlns:a="http://schemas.openxmlformats.org/drawingml/2006/main">
              <a:ext uri="{FF2B5EF4-FFF2-40B4-BE49-F238E27FC236}">
                <a16:creationId xmlns:a16="http://schemas.microsoft.com/office/drawing/2014/main" id="{09562891-EB7F-4ED5-89E3-A1430441782E}"/>
              </a:ext>
            </a:extLst>
          </p:cNvPr>
          <p:cNvSpPr>
            <a:spLocks xmlns:a="http://schemas.openxmlformats.org/drawingml/2006/main" noGrp="1"/>
          </p:cNvSpPr>
          <p:nvPr/>
        </p:nvSpPr>
        <p:spPr>
          <a:xfrm xmlns:a="http://schemas.openxmlformats.org/drawingml/2006/main">
            <a:off x="9810750" y="5495925"/>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Separación de funciones</a:t>
            </a:r>
          </a:p>
        </p:txBody>
      </p:sp>
      <p:sp>
        <p:nvSpPr>
          <p:cNvPr id="20" name="">
            <a:extLst xmlns:a="http://schemas.openxmlformats.org/drawingml/2006/main">
              <a:ext uri="{FF2B5EF4-FFF2-40B4-BE49-F238E27FC236}">
                <a16:creationId xmlns:a16="http://schemas.microsoft.com/office/drawing/2014/main" id="{70251BEE-5030-4C2B-8BED-B6735DF9A969}"/>
              </a:ext>
            </a:extLst>
          </p:cNvPr>
          <p:cNvSpPr>
            <a:spLocks xmlns:a="http://schemas.openxmlformats.org/drawingml/2006/main" noGrp="1"/>
          </p:cNvSpPr>
          <p:nvPr/>
        </p:nvSpPr>
        <p:spPr>
          <a:xfrm xmlns:a="http://schemas.openxmlformats.org/drawingml/2006/main">
            <a:off x="9810750" y="6086475"/>
            <a:ext cx="64484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a:solidFill>
                  <a:srgbClr val="17243A"/>
                </a:solidFill>
                <a:latin typeface="Calibri"/>
                <a:ea typeface="Calibri"/>
                <a:cs typeface="Calibri"/>
              </a:defRPr>
            </a:defPPr>
          </a:lstStyle>
          <a:p xmlns:a="http://schemas.openxmlformats.org/drawingml/2006/main">
            <a:pPr algn="l">
              <a:lnSpc>
                <a:spcPct val="108000"/>
              </a:lnSpc>
              <a:buNone/>
              <a:defRPr sz="2100">
                <a:solidFill>
                  <a:srgbClr val="17243A"/>
                </a:solidFill>
                <a:latin typeface="Calibri"/>
                <a:ea typeface="Calibri"/>
                <a:cs typeface="Calibri"/>
              </a:defRPr>
            </a:pPr>
            <a:r>
              <a:rPr sz="2100">
                <a:solidFill>
                  <a:srgbClr val="17243A"/>
                </a:solidFill>
                <a:latin typeface="Calibri"/>
                <a:ea typeface="Calibri"/>
                <a:cs typeface="Calibri"/>
              </a:rPr>
              <a:t>El usuario autorizado de parqueadero no equivale a una cuenta para ingresar al software.</a:t>
            </a:r>
          </a:p>
        </p:txBody>
      </p:sp>
    </p:spTree>
    <p:extLst>
      <p:ext uri="{BB962C8B-B14F-4D97-AF65-F5344CB8AC3E}">
        <p14:creationId xmlns:p14="http://schemas.microsoft.com/office/powerpoint/2010/main" val="114599438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0CD93334-F5FA-4C12-B378-DC121CCA66A1}"/>
              </a:ext>
            </a:extLst>
          </p:cNvPr>
          <p:cNvPicPr>
            <a:picLocks xmlns:a="http://schemas.openxmlformats.org/drawingml/2006/main" noChangeAspect="1"/>
          </p:cNvPicPr>
          <p:nvPr/>
        </p:nvPicPr>
        <p:blipFill>
          <a:blip xmlns:r="http://schemas.openxmlformats.org/officeDocument/2006/relationships" xmlns:a="http://schemas.openxmlformats.org/drawingml/2006/main" r:embed="R9de6c68b05f6411c"/>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754A5DD-F1FB-46EC-88D8-740293B5A718}"/>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8. PRESENTACIÓN DEL PRODUCTO</a:t>
            </a:r>
          </a:p>
        </p:txBody>
      </p:sp>
      <p:sp>
        <p:nvSpPr>
          <p:cNvPr id="3" name="">
            <a:extLst xmlns:a="http://schemas.openxmlformats.org/drawingml/2006/main">
              <a:ext uri="{FF2B5EF4-FFF2-40B4-BE49-F238E27FC236}">
                <a16:creationId xmlns:a16="http://schemas.microsoft.com/office/drawing/2014/main" id="{B4A45977-0AA6-47C9-B23E-D9E70EA6D9A5}"/>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Registro de entrada y salida</a:t>
            </a:r>
          </a:p>
        </p:txBody>
      </p:sp>
      <p:sp>
        <p:nvSpPr>
          <p:cNvPr id="4" name="">
            <a:extLst xmlns:a="http://schemas.openxmlformats.org/drawingml/2006/main">
              <a:ext uri="{FF2B5EF4-FFF2-40B4-BE49-F238E27FC236}">
                <a16:creationId xmlns:a16="http://schemas.microsoft.com/office/drawing/2014/main" id="{F04A0383-AE02-48F4-8DF1-28229E0D9C48}"/>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1DBF95B7-7227-41A3-BD32-DFE9D7D5CAD2}"/>
              </a:ext>
            </a:extLst>
          </p:cNvPr>
          <p:cNvSpPr>
            <a:spLocks xmlns:a="http://schemas.openxmlformats.org/drawingml/2006/main" noGrp="1"/>
          </p:cNvSpPr>
          <p:nvPr/>
        </p:nvSpPr>
        <p:spPr>
          <a:xfrm xmlns:a="http://schemas.openxmlformats.org/drawingml/2006/main">
            <a:off x="1619250" y="3095625"/>
            <a:ext cx="4667250" cy="28575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14288">
            <a:solidFill>
              <a:srgbClr val="C9D5E4"/>
            </a:solidFill>
            <a:prstDash val="solid"/>
          </a:ln>
        </p:spPr>
      </p:sp>
      <p:sp>
        <p:nvSpPr>
          <p:cNvPr id="6" name="">
            <a:extLst xmlns:a="http://schemas.openxmlformats.org/drawingml/2006/main">
              <a:ext uri="{FF2B5EF4-FFF2-40B4-BE49-F238E27FC236}">
                <a16:creationId xmlns:a16="http://schemas.microsoft.com/office/drawing/2014/main" id="{A91F1280-1695-4F09-9242-26A8DB5F5963}"/>
              </a:ext>
            </a:extLst>
          </p:cNvPr>
          <p:cNvSpPr>
            <a:spLocks xmlns:a="http://schemas.openxmlformats.org/drawingml/2006/main" noGrp="1"/>
          </p:cNvSpPr>
          <p:nvPr/>
        </p:nvSpPr>
        <p:spPr>
          <a:xfrm xmlns:a="http://schemas.openxmlformats.org/drawingml/2006/main">
            <a:off x="1790700" y="3286125"/>
            <a:ext cx="432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0876B9"/>
                </a:solidFill>
                <a:latin typeface="Calibri"/>
                <a:ea typeface="Calibri"/>
                <a:cs typeface="Calibri"/>
              </a:defRPr>
            </a:defPPr>
          </a:lstStyle>
          <a:p xmlns:a="http://schemas.openxmlformats.org/drawingml/2006/main">
            <a:pPr algn="ctr">
              <a:lnSpc>
                <a:spcPct val="105000"/>
              </a:lnSpc>
              <a:buNone/>
              <a:defRPr sz="2025" b="1">
                <a:solidFill>
                  <a:srgbClr val="0876B9"/>
                </a:solidFill>
                <a:latin typeface="Calibri"/>
                <a:ea typeface="Calibri"/>
                <a:cs typeface="Calibri"/>
              </a:defRPr>
            </a:pPr>
            <a:r>
              <a:rPr sz="2025" b="1">
                <a:solidFill>
                  <a:srgbClr val="0876B9"/>
                </a:solidFill>
                <a:latin typeface="Calibri"/>
                <a:ea typeface="Calibri"/>
                <a:cs typeface="Calibri"/>
              </a:rPr>
              <a:t>Registro manual</a:t>
            </a:r>
          </a:p>
        </p:txBody>
      </p:sp>
      <p:sp>
        <p:nvSpPr>
          <p:cNvPr id="7" name="">
            <a:extLst xmlns:a="http://schemas.openxmlformats.org/drawingml/2006/main">
              <a:ext uri="{FF2B5EF4-FFF2-40B4-BE49-F238E27FC236}">
                <a16:creationId xmlns:a16="http://schemas.microsoft.com/office/drawing/2014/main" id="{39CC2850-76E8-4AA2-AFD3-A97B86B4C73C}"/>
              </a:ext>
            </a:extLst>
          </p:cNvPr>
          <p:cNvSpPr>
            <a:spLocks xmlns:a="http://schemas.openxmlformats.org/drawingml/2006/main" noGrp="1"/>
          </p:cNvSpPr>
          <p:nvPr/>
        </p:nvSpPr>
        <p:spPr>
          <a:xfrm xmlns:a="http://schemas.openxmlformats.org/drawingml/2006/main">
            <a:off x="1828800" y="3857625"/>
            <a:ext cx="42481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Identificación + placa digitada</a:t>
            </a:r>
          </a:p>
        </p:txBody>
      </p:sp>
      <p:sp>
        <p:nvSpPr>
          <p:cNvPr id="8" name="">
            <a:extLst xmlns:a="http://schemas.openxmlformats.org/drawingml/2006/main">
              <a:ext uri="{FF2B5EF4-FFF2-40B4-BE49-F238E27FC236}">
                <a16:creationId xmlns:a16="http://schemas.microsoft.com/office/drawing/2014/main" id="{AA9E6776-99CE-43B4-8039-463098220B57}"/>
              </a:ext>
            </a:extLst>
          </p:cNvPr>
          <p:cNvSpPr>
            <a:spLocks xmlns:a="http://schemas.openxmlformats.org/drawingml/2006/main" noGrp="1"/>
          </p:cNvSpPr>
          <p:nvPr/>
        </p:nvSpPr>
        <p:spPr>
          <a:xfrm xmlns:a="http://schemas.openxmlformats.org/drawingml/2006/main">
            <a:off x="7096125" y="414337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700" b="1">
                <a:solidFill>
                  <a:srgbClr val="F28C28"/>
                </a:solidFill>
                <a:latin typeface="Calibri"/>
                <a:ea typeface="Calibri"/>
                <a:cs typeface="Calibri"/>
              </a:defRPr>
            </a:defPPr>
          </a:lstStyle>
          <a:p xmlns:a="http://schemas.openxmlformats.org/drawingml/2006/main">
            <a:pPr algn="ctr">
              <a:lnSpc>
                <a:spcPct val="105000"/>
              </a:lnSpc>
              <a:buNone/>
              <a:defRPr sz="2700" b="1">
                <a:solidFill>
                  <a:srgbClr val="F28C28"/>
                </a:solidFill>
                <a:latin typeface="Calibri"/>
                <a:ea typeface="Calibri"/>
                <a:cs typeface="Calibri"/>
              </a:defRPr>
            </a:pPr>
            <a:r>
              <a:rPr sz="2700" b="1">
                <a:solidFill>
                  <a:srgbClr val="F28C28"/>
                </a:solidFill>
                <a:latin typeface="Calibri"/>
                <a:ea typeface="Calibri"/>
                <a:cs typeface="Calibri"/>
              </a:rPr>
              <a:t>o</a:t>
            </a:r>
          </a:p>
        </p:txBody>
      </p:sp>
      <p:sp>
        <p:nvSpPr>
          <p:cNvPr id="9" name="">
            <a:extLst xmlns:a="http://schemas.openxmlformats.org/drawingml/2006/main">
              <a:ext uri="{FF2B5EF4-FFF2-40B4-BE49-F238E27FC236}">
                <a16:creationId xmlns:a16="http://schemas.microsoft.com/office/drawing/2014/main" id="{C76F401C-7197-4695-907B-8F9B129783BD}"/>
              </a:ext>
            </a:extLst>
          </p:cNvPr>
          <p:cNvSpPr>
            <a:spLocks xmlns:a="http://schemas.openxmlformats.org/drawingml/2006/main" noGrp="1"/>
          </p:cNvSpPr>
          <p:nvPr/>
        </p:nvSpPr>
        <p:spPr>
          <a:xfrm xmlns:a="http://schemas.openxmlformats.org/drawingml/2006/main">
            <a:off x="8572500" y="3095625"/>
            <a:ext cx="4667250" cy="28575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14288">
            <a:solidFill>
              <a:srgbClr val="C9D5E4"/>
            </a:solidFill>
            <a:prstDash val="solid"/>
          </a:ln>
        </p:spPr>
      </p:sp>
      <p:sp>
        <p:nvSpPr>
          <p:cNvPr id="10" name="">
            <a:extLst xmlns:a="http://schemas.openxmlformats.org/drawingml/2006/main">
              <a:ext uri="{FF2B5EF4-FFF2-40B4-BE49-F238E27FC236}">
                <a16:creationId xmlns:a16="http://schemas.microsoft.com/office/drawing/2014/main" id="{F39FDE76-3E78-4989-A54E-5DC0DFB845C6}"/>
              </a:ext>
            </a:extLst>
          </p:cNvPr>
          <p:cNvSpPr>
            <a:spLocks xmlns:a="http://schemas.openxmlformats.org/drawingml/2006/main" noGrp="1"/>
          </p:cNvSpPr>
          <p:nvPr/>
        </p:nvSpPr>
        <p:spPr>
          <a:xfrm xmlns:a="http://schemas.openxmlformats.org/drawingml/2006/main">
            <a:off x="8743950" y="3286125"/>
            <a:ext cx="432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F28C28"/>
                </a:solidFill>
                <a:latin typeface="Calibri"/>
                <a:ea typeface="Calibri"/>
                <a:cs typeface="Calibri"/>
              </a:defRPr>
            </a:defPPr>
          </a:lstStyle>
          <a:p xmlns:a="http://schemas.openxmlformats.org/drawingml/2006/main">
            <a:pPr algn="ctr">
              <a:lnSpc>
                <a:spcPct val="105000"/>
              </a:lnSpc>
              <a:buNone/>
              <a:defRPr sz="2025" b="1">
                <a:solidFill>
                  <a:srgbClr val="F28C28"/>
                </a:solidFill>
                <a:latin typeface="Calibri"/>
                <a:ea typeface="Calibri"/>
                <a:cs typeface="Calibri"/>
              </a:defRPr>
            </a:pPr>
            <a:r>
              <a:rPr sz="2025" b="1">
                <a:solidFill>
                  <a:srgbClr val="F28C28"/>
                </a:solidFill>
                <a:latin typeface="Calibri"/>
                <a:ea typeface="Calibri"/>
                <a:cs typeface="Calibri"/>
              </a:rPr>
              <a:t>Registro asistido</a:t>
            </a:r>
          </a:p>
        </p:txBody>
      </p:sp>
      <p:sp>
        <p:nvSpPr>
          <p:cNvPr id="11" name="">
            <a:extLst xmlns:a="http://schemas.openxmlformats.org/drawingml/2006/main">
              <a:ext uri="{FF2B5EF4-FFF2-40B4-BE49-F238E27FC236}">
                <a16:creationId xmlns:a16="http://schemas.microsoft.com/office/drawing/2014/main" id="{A97144F1-D2C9-4608-BC7E-F0A05646FF11}"/>
              </a:ext>
            </a:extLst>
          </p:cNvPr>
          <p:cNvSpPr>
            <a:spLocks xmlns:a="http://schemas.openxmlformats.org/drawingml/2006/main" noGrp="1"/>
          </p:cNvSpPr>
          <p:nvPr/>
        </p:nvSpPr>
        <p:spPr>
          <a:xfrm xmlns:a="http://schemas.openxmlformats.org/drawingml/2006/main">
            <a:off x="8782050" y="3857625"/>
            <a:ext cx="42481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Identificación + imagen de placa</a:t>
            </a:r>
          </a:p>
        </p:txBody>
      </p:sp>
      <p:sp>
        <p:nvSpPr>
          <p:cNvPr id="12" name="">
            <a:extLst xmlns:a="http://schemas.openxmlformats.org/drawingml/2006/main">
              <a:ext uri="{FF2B5EF4-FFF2-40B4-BE49-F238E27FC236}">
                <a16:creationId xmlns:a16="http://schemas.microsoft.com/office/drawing/2014/main" id="{C1E43816-9E39-44EF-B46C-F7F9474D2595}"/>
              </a:ext>
            </a:extLst>
          </p:cNvPr>
          <p:cNvSpPr>
            <a:spLocks xmlns:a="http://schemas.openxmlformats.org/drawingml/2006/main" noGrp="1"/>
          </p:cNvSpPr>
          <p:nvPr/>
        </p:nvSpPr>
        <p:spPr>
          <a:xfrm xmlns:a="http://schemas.openxmlformats.org/drawingml/2006/main">
            <a:off x="13430250" y="4333875"/>
            <a:ext cx="781050" cy="381000"/>
          </a:xfrm>
          <a:prstGeom xmlns:a="http://schemas.openxmlformats.org/drawingml/2006/main" prst="rightArrow">
            <a:avLst/>
          </a:prstGeom>
          <a:solidFill xmlns:a="http://schemas.openxmlformats.org/drawingml/2006/main">
            <a:srgbClr val="55A630"/>
          </a:solidFill>
          <a:ln xmlns:a="http://schemas.openxmlformats.org/drawingml/2006/main" w="9525">
            <a:solidFill>
              <a:srgbClr val="55A630"/>
            </a:solidFill>
            <a:prstDash val="solid"/>
          </a:ln>
        </p:spPr>
      </p:sp>
      <p:sp>
        <p:nvSpPr>
          <p:cNvPr id="13" name="">
            <a:extLst xmlns:a="http://schemas.openxmlformats.org/drawingml/2006/main">
              <a:ext uri="{FF2B5EF4-FFF2-40B4-BE49-F238E27FC236}">
                <a16:creationId xmlns:a16="http://schemas.microsoft.com/office/drawing/2014/main" id="{E0840A07-F04F-44CB-A201-59404A20073F}"/>
              </a:ext>
            </a:extLst>
          </p:cNvPr>
          <p:cNvSpPr>
            <a:spLocks xmlns:a="http://schemas.openxmlformats.org/drawingml/2006/main" noGrp="1"/>
          </p:cNvSpPr>
          <p:nvPr/>
        </p:nvSpPr>
        <p:spPr>
          <a:xfrm xmlns:a="http://schemas.openxmlformats.org/drawingml/2006/main">
            <a:off x="14382750" y="3095625"/>
            <a:ext cx="2381250" cy="2857500"/>
          </a:xfrm>
          <a:prstGeom xmlns:a="http://schemas.openxmlformats.org/drawingml/2006/main" prst="roundRect">
            <a:avLst>
              <a:gd name="adj" fmla="val 7200"/>
            </a:avLst>
          </a:prstGeom>
          <a:solidFill xmlns:a="http://schemas.openxmlformats.org/drawingml/2006/main">
            <a:srgbClr val="FFFFFF"/>
          </a:solidFill>
          <a:ln xmlns:a="http://schemas.openxmlformats.org/drawingml/2006/main" w="14288">
            <a:solidFill>
              <a:srgbClr val="C9D5E4"/>
            </a:solidFill>
            <a:prstDash val="solid"/>
          </a:ln>
        </p:spPr>
      </p:sp>
      <p:sp>
        <p:nvSpPr>
          <p:cNvPr id="14" name="">
            <a:extLst xmlns:a="http://schemas.openxmlformats.org/drawingml/2006/main">
              <a:ext uri="{FF2B5EF4-FFF2-40B4-BE49-F238E27FC236}">
                <a16:creationId xmlns:a16="http://schemas.microsoft.com/office/drawing/2014/main" id="{CE2172FF-B77D-4D71-9E08-FF5DEB1A9745}"/>
              </a:ext>
            </a:extLst>
          </p:cNvPr>
          <p:cNvSpPr>
            <a:spLocks xmlns:a="http://schemas.openxmlformats.org/drawingml/2006/main" noGrp="1"/>
          </p:cNvSpPr>
          <p:nvPr/>
        </p:nvSpPr>
        <p:spPr>
          <a:xfrm xmlns:a="http://schemas.openxmlformats.org/drawingml/2006/main">
            <a:off x="14554200" y="3286125"/>
            <a:ext cx="2038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55A630"/>
                </a:solidFill>
                <a:latin typeface="Calibri"/>
                <a:ea typeface="Calibri"/>
                <a:cs typeface="Calibri"/>
              </a:defRPr>
            </a:defPPr>
          </a:lstStyle>
          <a:p xmlns:a="http://schemas.openxmlformats.org/drawingml/2006/main">
            <a:pPr algn="ctr">
              <a:lnSpc>
                <a:spcPct val="105000"/>
              </a:lnSpc>
              <a:buNone/>
              <a:defRPr sz="2025" b="1">
                <a:solidFill>
                  <a:srgbClr val="55A630"/>
                </a:solidFill>
                <a:latin typeface="Calibri"/>
                <a:ea typeface="Calibri"/>
                <a:cs typeface="Calibri"/>
              </a:defRPr>
            </a:pPr>
            <a:r>
              <a:rPr sz="2025" b="1">
                <a:solidFill>
                  <a:srgbClr val="55A630"/>
                </a:solidFill>
                <a:latin typeface="Calibri"/>
                <a:ea typeface="Calibri"/>
                <a:cs typeface="Calibri"/>
              </a:rPr>
              <a:t>Resultado</a:t>
            </a:r>
          </a:p>
        </p:txBody>
      </p:sp>
      <p:sp>
        <p:nvSpPr>
          <p:cNvPr id="15" name="">
            <a:extLst xmlns:a="http://schemas.openxmlformats.org/drawingml/2006/main">
              <a:ext uri="{FF2B5EF4-FFF2-40B4-BE49-F238E27FC236}">
                <a16:creationId xmlns:a16="http://schemas.microsoft.com/office/drawing/2014/main" id="{8F5D07A3-9E87-41D9-B7F2-9DCBD44F1647}"/>
              </a:ext>
            </a:extLst>
          </p:cNvPr>
          <p:cNvSpPr>
            <a:spLocks xmlns:a="http://schemas.openxmlformats.org/drawingml/2006/main" noGrp="1"/>
          </p:cNvSpPr>
          <p:nvPr/>
        </p:nvSpPr>
        <p:spPr>
          <a:xfrm xmlns:a="http://schemas.openxmlformats.org/drawingml/2006/main">
            <a:off x="14592300" y="3857625"/>
            <a:ext cx="19621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a:solidFill>
                  <a:srgbClr val="526176"/>
                </a:solidFill>
                <a:latin typeface="Calibri"/>
                <a:ea typeface="Calibri"/>
                <a:cs typeface="Calibri"/>
              </a:defRPr>
            </a:defPPr>
          </a:lstStyle>
          <a:p xmlns:a="http://schemas.openxmlformats.org/drawingml/2006/main">
            <a:pPr algn="ctr">
              <a:lnSpc>
                <a:spcPct val="108000"/>
              </a:lnSpc>
              <a:buNone/>
              <a:defRPr sz="1575">
                <a:solidFill>
                  <a:srgbClr val="526176"/>
                </a:solidFill>
                <a:latin typeface="Calibri"/>
                <a:ea typeface="Calibri"/>
                <a:cs typeface="Calibri"/>
              </a:defRPr>
            </a:pPr>
            <a:r>
              <a:rPr sz="1575">
                <a:solidFill>
                  <a:srgbClr val="526176"/>
                </a:solidFill>
                <a:latin typeface="Calibri"/>
                <a:ea typeface="Calibri"/>
                <a:cs typeface="Calibri"/>
              </a:rPr>
              <a:t>Entrada o salida registrada</a:t>
            </a:r>
          </a:p>
        </p:txBody>
      </p:sp>
      <p:sp>
        <p:nvSpPr>
          <p:cNvPr id="16" name="">
            <a:extLst xmlns:a="http://schemas.openxmlformats.org/drawingml/2006/main">
              <a:ext uri="{FF2B5EF4-FFF2-40B4-BE49-F238E27FC236}">
                <a16:creationId xmlns:a16="http://schemas.microsoft.com/office/drawing/2014/main" id="{415EDB6A-FD70-4989-8BF8-376F8EEC129F}"/>
              </a:ext>
            </a:extLst>
          </p:cNvPr>
          <p:cNvSpPr>
            <a:spLocks xmlns:a="http://schemas.openxmlformats.org/drawingml/2006/main" noGrp="1"/>
          </p:cNvSpPr>
          <p:nvPr/>
        </p:nvSpPr>
        <p:spPr>
          <a:xfrm xmlns:a="http://schemas.openxmlformats.org/drawingml/2006/main">
            <a:off x="2381250" y="6858000"/>
            <a:ext cx="1352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a:solidFill>
                  <a:srgbClr val="526176"/>
                </a:solidFill>
                <a:latin typeface="Calibri"/>
                <a:ea typeface="Calibri"/>
                <a:cs typeface="Calibri"/>
              </a:defRPr>
            </a:defPPr>
          </a:lstStyle>
          <a:p xmlns:a="http://schemas.openxmlformats.org/drawingml/2006/main">
            <a:pPr algn="ctr">
              <a:lnSpc>
                <a:spcPct val="105000"/>
              </a:lnSpc>
              <a:buNone/>
              <a:defRPr sz="2100">
                <a:solidFill>
                  <a:srgbClr val="526176"/>
                </a:solidFill>
                <a:latin typeface="Calibri"/>
                <a:ea typeface="Calibri"/>
                <a:cs typeface="Calibri"/>
              </a:defRPr>
            </a:pPr>
            <a:r>
              <a:rPr sz="2100">
                <a:solidFill>
                  <a:srgbClr val="526176"/>
                </a:solidFill>
                <a:latin typeface="Calibri"/>
                <a:ea typeface="Calibri"/>
                <a:cs typeface="Calibri"/>
              </a:rPr>
              <a:t>El resultado depende de que la identificación esté activa y de si la persona tiene un acceso abierto; la placa queda asociada al movimiento.</a:t>
            </a:r>
          </a:p>
        </p:txBody>
      </p:sp>
    </p:spTree>
    <p:extLst>
      <p:ext uri="{BB962C8B-B14F-4D97-AF65-F5344CB8AC3E}">
        <p14:creationId xmlns:p14="http://schemas.microsoft.com/office/powerpoint/2010/main" val="33119493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1C821A0C-BE79-42F5-9296-37B9F345A93B}"/>
              </a:ext>
            </a:extLst>
          </p:cNvPr>
          <p:cNvPicPr>
            <a:picLocks xmlns:a="http://schemas.openxmlformats.org/drawingml/2006/main" noChangeAspect="1"/>
          </p:cNvPicPr>
          <p:nvPr/>
        </p:nvPicPr>
        <p:blipFill>
          <a:blip xmlns:r="http://schemas.openxmlformats.org/officeDocument/2006/relationships" xmlns:a="http://schemas.openxmlformats.org/drawingml/2006/main" r:embed="R1a6a6284d5ea46d9"/>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89946B-8E0C-4E64-BD79-67069B6FDF2F}"/>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8. PRESENTACIÓN DEL PRODUCTO</a:t>
            </a:r>
          </a:p>
        </p:txBody>
      </p:sp>
      <p:sp>
        <p:nvSpPr>
          <p:cNvPr id="3" name="">
            <a:extLst xmlns:a="http://schemas.openxmlformats.org/drawingml/2006/main">
              <a:ext uri="{FF2B5EF4-FFF2-40B4-BE49-F238E27FC236}">
                <a16:creationId xmlns:a16="http://schemas.microsoft.com/office/drawing/2014/main" id="{911C3E84-0D48-4D4E-A838-1756C1DB8404}"/>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Consulta de accesos y analítica</a:t>
            </a:r>
          </a:p>
        </p:txBody>
      </p:sp>
      <p:sp>
        <p:nvSpPr>
          <p:cNvPr id="4" name="">
            <a:extLst xmlns:a="http://schemas.openxmlformats.org/drawingml/2006/main">
              <a:ext uri="{FF2B5EF4-FFF2-40B4-BE49-F238E27FC236}">
                <a16:creationId xmlns:a16="http://schemas.microsoft.com/office/drawing/2014/main" id="{4FFE716C-0854-40DB-9289-6D23EE95406E}"/>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ADE0F3AA-2E66-43DB-AB1F-84EBFF59C1A3}"/>
              </a:ext>
            </a:extLst>
          </p:cNvPr>
          <p:cNvSpPr>
            <a:spLocks xmlns:a="http://schemas.openxmlformats.org/drawingml/2006/main" noGrp="1"/>
          </p:cNvSpPr>
          <p:nvPr/>
        </p:nvSpPr>
        <p:spPr>
          <a:xfrm xmlns:a="http://schemas.openxmlformats.org/drawingml/2006/main">
            <a:off x="1524000" y="2857500"/>
            <a:ext cx="7000875" cy="2428875"/>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14288">
            <a:solidFill>
              <a:srgbClr val="D8E1EB"/>
            </a:solidFill>
            <a:prstDash val="solid"/>
          </a:ln>
        </p:spPr>
      </p:sp>
      <p:sp>
        <p:nvSpPr>
          <p:cNvPr id="6" name="">
            <a:extLst xmlns:a="http://schemas.openxmlformats.org/drawingml/2006/main">
              <a:ext uri="{FF2B5EF4-FFF2-40B4-BE49-F238E27FC236}">
                <a16:creationId xmlns:a16="http://schemas.microsoft.com/office/drawing/2014/main" id="{3E29BD5F-A499-44C9-A624-2260421EB75F}"/>
              </a:ext>
            </a:extLst>
          </p:cNvPr>
          <p:cNvSpPr>
            <a:spLocks xmlns:a="http://schemas.openxmlformats.org/drawingml/2006/main" noGrp="1"/>
          </p:cNvSpPr>
          <p:nvPr/>
        </p:nvSpPr>
        <p:spPr>
          <a:xfrm xmlns:a="http://schemas.openxmlformats.org/drawingml/2006/main">
            <a:off x="1524000" y="2857500"/>
            <a:ext cx="114300" cy="2428875"/>
          </a:xfrm>
          <a:prstGeom xmlns:a="http://schemas.openxmlformats.org/drawingml/2006/main" prst="rect">
            <a:avLst/>
          </a:prstGeom>
          <a:solidFill xmlns:a="http://schemas.openxmlformats.org/drawingml/2006/main">
            <a:srgbClr val="0876B9"/>
          </a:solidFill>
          <a:ln xmlns:a="http://schemas.openxmlformats.org/drawingml/2006/main" w="14288">
            <a:solidFill>
              <a:srgbClr val="0876B9"/>
            </a:solidFill>
            <a:prstDash val="solid"/>
          </a:ln>
        </p:spPr>
      </p:sp>
      <p:sp>
        <p:nvSpPr>
          <p:cNvPr id="7" name="">
            <a:extLst xmlns:a="http://schemas.openxmlformats.org/drawingml/2006/main">
              <a:ext uri="{FF2B5EF4-FFF2-40B4-BE49-F238E27FC236}">
                <a16:creationId xmlns:a16="http://schemas.microsoft.com/office/drawing/2014/main" id="{8BE14E73-0246-4F38-92A9-CEA8559AA1B2}"/>
              </a:ext>
            </a:extLst>
          </p:cNvPr>
          <p:cNvSpPr>
            <a:spLocks xmlns:a="http://schemas.openxmlformats.org/drawingml/2006/main" noGrp="1"/>
          </p:cNvSpPr>
          <p:nvPr/>
        </p:nvSpPr>
        <p:spPr>
          <a:xfrm xmlns:a="http://schemas.openxmlformats.org/drawingml/2006/main">
            <a:off x="1809750" y="3067050"/>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Historial filtrable</a:t>
            </a:r>
          </a:p>
        </p:txBody>
      </p:sp>
      <p:sp>
        <p:nvSpPr>
          <p:cNvPr id="8" name="">
            <a:extLst xmlns:a="http://schemas.openxmlformats.org/drawingml/2006/main">
              <a:ext uri="{FF2B5EF4-FFF2-40B4-BE49-F238E27FC236}">
                <a16:creationId xmlns:a16="http://schemas.microsoft.com/office/drawing/2014/main" id="{9526536A-0DD1-496C-985A-7537FB140DB9}"/>
              </a:ext>
            </a:extLst>
          </p:cNvPr>
          <p:cNvSpPr>
            <a:spLocks xmlns:a="http://schemas.openxmlformats.org/drawingml/2006/main" noGrp="1"/>
          </p:cNvSpPr>
          <p:nvPr/>
        </p:nvSpPr>
        <p:spPr>
          <a:xfrm xmlns:a="http://schemas.openxmlformats.org/drawingml/2006/main">
            <a:off x="1809750" y="3657600"/>
            <a:ext cx="6448425" cy="1419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a:solidFill>
                  <a:srgbClr val="17243A"/>
                </a:solidFill>
                <a:latin typeface="Calibri"/>
                <a:ea typeface="Calibri"/>
                <a:cs typeface="Calibri"/>
              </a:defRPr>
            </a:defPPr>
          </a:lstStyle>
          <a:p xmlns:a="http://schemas.openxmlformats.org/drawingml/2006/main">
            <a:pPr algn="l">
              <a:lnSpc>
                <a:spcPct val="108000"/>
              </a:lnSpc>
              <a:buNone/>
              <a:defRPr sz="2250">
                <a:solidFill>
                  <a:srgbClr val="17243A"/>
                </a:solidFill>
                <a:latin typeface="Calibri"/>
                <a:ea typeface="Calibri"/>
                <a:cs typeface="Calibri"/>
              </a:defRPr>
            </a:pPr>
            <a:r>
              <a:rPr sz="2250">
                <a:solidFill>
                  <a:srgbClr val="17243A"/>
                </a:solidFill>
                <a:latin typeface="Calibri"/>
                <a:ea typeface="Calibri"/>
                <a:cs typeface="Calibri"/>
              </a:rPr>
              <a:t>Consulta por fecha, placa, identificación y estado de acceso.</a:t>
            </a:r>
          </a:p>
        </p:txBody>
      </p:sp>
      <p:sp>
        <p:nvSpPr>
          <p:cNvPr id="9" name="">
            <a:extLst xmlns:a="http://schemas.openxmlformats.org/drawingml/2006/main">
              <a:ext uri="{FF2B5EF4-FFF2-40B4-BE49-F238E27FC236}">
                <a16:creationId xmlns:a16="http://schemas.microsoft.com/office/drawing/2014/main" id="{52B00338-3C04-4670-8AAD-C792940FA0DC}"/>
              </a:ext>
            </a:extLst>
          </p:cNvPr>
          <p:cNvSpPr>
            <a:spLocks xmlns:a="http://schemas.openxmlformats.org/drawingml/2006/main" noGrp="1"/>
          </p:cNvSpPr>
          <p:nvPr/>
        </p:nvSpPr>
        <p:spPr>
          <a:xfrm xmlns:a="http://schemas.openxmlformats.org/drawingml/2006/main">
            <a:off x="9525000" y="2857500"/>
            <a:ext cx="7000875" cy="2428875"/>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14288">
            <a:solidFill>
              <a:srgbClr val="D8E1EB"/>
            </a:solidFill>
            <a:prstDash val="solid"/>
          </a:ln>
        </p:spPr>
      </p:sp>
      <p:sp>
        <p:nvSpPr>
          <p:cNvPr id="10" name="">
            <a:extLst xmlns:a="http://schemas.openxmlformats.org/drawingml/2006/main">
              <a:ext uri="{FF2B5EF4-FFF2-40B4-BE49-F238E27FC236}">
                <a16:creationId xmlns:a16="http://schemas.microsoft.com/office/drawing/2014/main" id="{27AF9638-8E2A-4609-99B9-51AD3639E5B6}"/>
              </a:ext>
            </a:extLst>
          </p:cNvPr>
          <p:cNvSpPr>
            <a:spLocks xmlns:a="http://schemas.openxmlformats.org/drawingml/2006/main" noGrp="1"/>
          </p:cNvSpPr>
          <p:nvPr/>
        </p:nvSpPr>
        <p:spPr>
          <a:xfrm xmlns:a="http://schemas.openxmlformats.org/drawingml/2006/main">
            <a:off x="9525000" y="2857500"/>
            <a:ext cx="114300" cy="2428875"/>
          </a:xfrm>
          <a:prstGeom xmlns:a="http://schemas.openxmlformats.org/drawingml/2006/main" prst="rect">
            <a:avLst/>
          </a:prstGeom>
          <a:solidFill xmlns:a="http://schemas.openxmlformats.org/drawingml/2006/main">
            <a:srgbClr val="F28C28"/>
          </a:solidFill>
          <a:ln xmlns:a="http://schemas.openxmlformats.org/drawingml/2006/main" w="14288">
            <a:solidFill>
              <a:srgbClr val="F28C28"/>
            </a:solidFill>
            <a:prstDash val="solid"/>
          </a:ln>
        </p:spPr>
      </p:sp>
      <p:sp>
        <p:nvSpPr>
          <p:cNvPr id="11" name="">
            <a:extLst xmlns:a="http://schemas.openxmlformats.org/drawingml/2006/main">
              <a:ext uri="{FF2B5EF4-FFF2-40B4-BE49-F238E27FC236}">
                <a16:creationId xmlns:a16="http://schemas.microsoft.com/office/drawing/2014/main" id="{7CCB343E-E7E9-44DB-BE97-7D497F837AAF}"/>
              </a:ext>
            </a:extLst>
          </p:cNvPr>
          <p:cNvSpPr>
            <a:spLocks xmlns:a="http://schemas.openxmlformats.org/drawingml/2006/main" noGrp="1"/>
          </p:cNvSpPr>
          <p:nvPr/>
        </p:nvSpPr>
        <p:spPr>
          <a:xfrm xmlns:a="http://schemas.openxmlformats.org/drawingml/2006/main">
            <a:off x="9810750" y="3067050"/>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Panel analítico</a:t>
            </a:r>
          </a:p>
        </p:txBody>
      </p:sp>
      <p:sp>
        <p:nvSpPr>
          <p:cNvPr id="12" name="">
            <a:extLst xmlns:a="http://schemas.openxmlformats.org/drawingml/2006/main">
              <a:ext uri="{FF2B5EF4-FFF2-40B4-BE49-F238E27FC236}">
                <a16:creationId xmlns:a16="http://schemas.microsoft.com/office/drawing/2014/main" id="{DEB07781-D586-4552-8FE3-9E2B22067C8A}"/>
              </a:ext>
            </a:extLst>
          </p:cNvPr>
          <p:cNvSpPr>
            <a:spLocks xmlns:a="http://schemas.openxmlformats.org/drawingml/2006/main" noGrp="1"/>
          </p:cNvSpPr>
          <p:nvPr/>
        </p:nvSpPr>
        <p:spPr>
          <a:xfrm xmlns:a="http://schemas.openxmlformats.org/drawingml/2006/main">
            <a:off x="9810750" y="3657600"/>
            <a:ext cx="6448425" cy="1419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a:solidFill>
                  <a:srgbClr val="17243A"/>
                </a:solidFill>
                <a:latin typeface="Calibri"/>
                <a:ea typeface="Calibri"/>
                <a:cs typeface="Calibri"/>
              </a:defRPr>
            </a:defPPr>
          </a:lstStyle>
          <a:p xmlns:a="http://schemas.openxmlformats.org/drawingml/2006/main">
            <a:pPr algn="l">
              <a:lnSpc>
                <a:spcPct val="108000"/>
              </a:lnSpc>
              <a:buNone/>
              <a:defRPr sz="2250">
                <a:solidFill>
                  <a:srgbClr val="17243A"/>
                </a:solidFill>
                <a:latin typeface="Calibri"/>
                <a:ea typeface="Calibri"/>
                <a:cs typeface="Calibri"/>
              </a:defRPr>
            </a:pPr>
            <a:r>
              <a:rPr sz="2250">
                <a:solidFill>
                  <a:srgbClr val="17243A"/>
                </a:solidFill>
                <a:latin typeface="Calibri"/>
                <a:ea typeface="Calibri"/>
                <a:cs typeface="Calibri"/>
              </a:rPr>
              <a:t>Resume movimientos por periodo para apoyar la supervisión operativa.</a:t>
            </a:r>
          </a:p>
        </p:txBody>
      </p:sp>
      <p:sp>
        <p:nvSpPr>
          <p:cNvPr id="13" name="">
            <a:extLst xmlns:a="http://schemas.openxmlformats.org/drawingml/2006/main">
              <a:ext uri="{FF2B5EF4-FFF2-40B4-BE49-F238E27FC236}">
                <a16:creationId xmlns:a16="http://schemas.microsoft.com/office/drawing/2014/main" id="{2454C459-00C8-4CE2-B8E4-2C2412EDD906}"/>
              </a:ext>
            </a:extLst>
          </p:cNvPr>
          <p:cNvSpPr>
            <a:spLocks xmlns:a="http://schemas.openxmlformats.org/drawingml/2006/main" noGrp="1"/>
          </p:cNvSpPr>
          <p:nvPr/>
        </p:nvSpPr>
        <p:spPr>
          <a:xfrm xmlns:a="http://schemas.openxmlformats.org/drawingml/2006/main">
            <a:off x="2381250" y="6191250"/>
            <a:ext cx="13335000" cy="1143000"/>
          </a:xfrm>
          <a:prstGeom xmlns:a="http://schemas.openxmlformats.org/drawingml/2006/main" prst="roundRect">
            <a:avLst>
              <a:gd name="adj" fmla="val 15000"/>
            </a:avLst>
          </a:prstGeom>
          <a:solidFill xmlns:a="http://schemas.openxmlformats.org/drawingml/2006/main">
            <a:srgbClr val="EEF5FA"/>
          </a:solidFill>
          <a:ln xmlns:a="http://schemas.openxmlformats.org/drawingml/2006/main" w="14288">
            <a:solidFill>
              <a:srgbClr val="CBD8E5"/>
            </a:solidFill>
            <a:prstDash val="solid"/>
          </a:ln>
        </p:spPr>
      </p:sp>
      <p:sp>
        <p:nvSpPr>
          <p:cNvPr id="14" name="">
            <a:extLst xmlns:a="http://schemas.openxmlformats.org/drawingml/2006/main">
              <a:ext uri="{FF2B5EF4-FFF2-40B4-BE49-F238E27FC236}">
                <a16:creationId xmlns:a16="http://schemas.microsoft.com/office/drawing/2014/main" id="{82D78C92-53C6-4C6E-8D2C-3C9997A21425}"/>
              </a:ext>
            </a:extLst>
          </p:cNvPr>
          <p:cNvSpPr>
            <a:spLocks xmlns:a="http://schemas.openxmlformats.org/drawingml/2006/main" noGrp="1"/>
          </p:cNvSpPr>
          <p:nvPr/>
        </p:nvSpPr>
        <p:spPr>
          <a:xfrm xmlns:a="http://schemas.openxmlformats.org/drawingml/2006/main">
            <a:off x="2905125" y="6524625"/>
            <a:ext cx="12287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122A51"/>
                </a:solidFill>
                <a:latin typeface="Calibri"/>
                <a:ea typeface="Calibri"/>
                <a:cs typeface="Calibri"/>
              </a:defRPr>
            </a:defPPr>
          </a:lstStyle>
          <a:p xmlns:a="http://schemas.openxmlformats.org/drawingml/2006/main">
            <a:pPr algn="ctr">
              <a:lnSpc>
                <a:spcPct val="105000"/>
              </a:lnSpc>
              <a:buNone/>
              <a:defRPr sz="2100" b="1">
                <a:solidFill>
                  <a:srgbClr val="122A51"/>
                </a:solidFill>
                <a:latin typeface="Calibri"/>
                <a:ea typeface="Calibri"/>
                <a:cs typeface="Calibri"/>
              </a:defRPr>
            </a:pPr>
            <a:r>
              <a:rPr sz="2100" b="1">
                <a:solidFill>
                  <a:srgbClr val="122A51"/>
                </a:solidFill>
                <a:latin typeface="Calibri"/>
                <a:ea typeface="Calibri"/>
                <a:cs typeface="Calibri"/>
              </a:rPr>
              <a:t>Los datos de demostración no deben usarse como evidencia de resultados ni de operación real.</a:t>
            </a:r>
          </a:p>
        </p:txBody>
      </p:sp>
    </p:spTree>
    <p:extLst>
      <p:ext uri="{BB962C8B-B14F-4D97-AF65-F5344CB8AC3E}">
        <p14:creationId xmlns:p14="http://schemas.microsoft.com/office/powerpoint/2010/main" val="177296985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29" name="">
            <a:extLst xmlns:a="http://schemas.openxmlformats.org/drawingml/2006/main">
              <a:ext uri="{FF2B5EF4-FFF2-40B4-BE49-F238E27FC236}">
                <a16:creationId xmlns:a16="http://schemas.microsoft.com/office/drawing/2014/main" id="{92E086B9-8D74-47C6-93AF-BF023AC13179}"/>
              </a:ext>
            </a:extLst>
          </p:cNvPr>
          <p:cNvPicPr>
            <a:picLocks xmlns:a="http://schemas.openxmlformats.org/drawingml/2006/main" noChangeAspect="1"/>
          </p:cNvPicPr>
          <p:nvPr/>
        </p:nvPicPr>
        <p:blipFill>
          <a:blip xmlns:r="http://schemas.openxmlformats.org/officeDocument/2006/relationships" xmlns:a="http://schemas.openxmlformats.org/drawingml/2006/main" r:embed="R5cea5431f5af441e"/>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820AF4C-40F2-4B96-8642-3D69F62C82DE}"/>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8. PRESENTACIÓN DEL PRODUCTO</a:t>
            </a:r>
          </a:p>
        </p:txBody>
      </p:sp>
      <p:sp>
        <p:nvSpPr>
          <p:cNvPr id="3" name="">
            <a:extLst xmlns:a="http://schemas.openxmlformats.org/drawingml/2006/main">
              <a:ext uri="{FF2B5EF4-FFF2-40B4-BE49-F238E27FC236}">
                <a16:creationId xmlns:a16="http://schemas.microsoft.com/office/drawing/2014/main" id="{F5885B58-DB88-4C0E-BE51-F63BFE656A57}"/>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API y persistencia en SQL Server</a:t>
            </a:r>
          </a:p>
        </p:txBody>
      </p:sp>
      <p:sp>
        <p:nvSpPr>
          <p:cNvPr id="4" name="">
            <a:extLst xmlns:a="http://schemas.openxmlformats.org/drawingml/2006/main">
              <a:ext uri="{FF2B5EF4-FFF2-40B4-BE49-F238E27FC236}">
                <a16:creationId xmlns:a16="http://schemas.microsoft.com/office/drawing/2014/main" id="{C2A8C217-A63F-4E02-AAA0-40A90444849B}"/>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39A94997-E00C-4927-BE37-35B6F22B22BD}"/>
              </a:ext>
            </a:extLst>
          </p:cNvPr>
          <p:cNvSpPr>
            <a:spLocks xmlns:a="http://schemas.openxmlformats.org/drawingml/2006/main" noGrp="1"/>
          </p:cNvSpPr>
          <p:nvPr/>
        </p:nvSpPr>
        <p:spPr>
          <a:xfrm xmlns:a="http://schemas.openxmlformats.org/drawingml/2006/main">
            <a:off x="1524000" y="2524125"/>
            <a:ext cx="5905500" cy="933450"/>
          </a:xfrm>
          <a:prstGeom xmlns:a="http://schemas.openxmlformats.org/drawingml/2006/main" prst="roundRect">
            <a:avLst>
              <a:gd name="adj" fmla="val 18367"/>
            </a:avLst>
          </a:prstGeom>
          <a:solidFill xmlns:a="http://schemas.openxmlformats.org/drawingml/2006/main">
            <a:srgbClr val="FFFFFF"/>
          </a:solidFill>
          <a:ln xmlns:a="http://schemas.openxmlformats.org/drawingml/2006/main" w="14288">
            <a:solidFill>
              <a:srgbClr val="C9D5E4"/>
            </a:solidFill>
            <a:prstDash val="solid"/>
          </a:ln>
        </p:spPr>
      </p:sp>
      <p:sp>
        <p:nvSpPr>
          <p:cNvPr id="6" name="">
            <a:extLst xmlns:a="http://schemas.openxmlformats.org/drawingml/2006/main">
              <a:ext uri="{FF2B5EF4-FFF2-40B4-BE49-F238E27FC236}">
                <a16:creationId xmlns:a16="http://schemas.microsoft.com/office/drawing/2014/main" id="{A3B10732-2D56-4F86-9577-AC59226767C1}"/>
              </a:ext>
            </a:extLst>
          </p:cNvPr>
          <p:cNvSpPr>
            <a:spLocks xmlns:a="http://schemas.openxmlformats.org/drawingml/2006/main" noGrp="1"/>
          </p:cNvSpPr>
          <p:nvPr/>
        </p:nvSpPr>
        <p:spPr>
          <a:xfrm xmlns:a="http://schemas.openxmlformats.org/drawingml/2006/main">
            <a:off x="1857375" y="2676525"/>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22A51"/>
                </a:solidFill>
                <a:latin typeface="Calibri"/>
                <a:ea typeface="Calibri"/>
                <a:cs typeface="Calibri"/>
              </a:defRPr>
            </a:defPPr>
          </a:lstStyle>
          <a:p xmlns:a="http://schemas.openxmlformats.org/drawingml/2006/main">
            <a:pPr algn="l">
              <a:lnSpc>
                <a:spcPct val="105000"/>
              </a:lnSpc>
              <a:buNone/>
              <a:defRPr sz="1950" b="1">
                <a:solidFill>
                  <a:srgbClr val="122A51"/>
                </a:solidFill>
                <a:latin typeface="Calibri"/>
                <a:ea typeface="Calibri"/>
                <a:cs typeface="Calibri"/>
              </a:defRPr>
            </a:pPr>
            <a:r>
              <a:rPr sz="1950" b="1">
                <a:solidFill>
                  <a:srgbClr val="122A51"/>
                </a:solidFill>
                <a:latin typeface="Calibri"/>
                <a:ea typeface="Calibri"/>
                <a:cs typeface="Calibri"/>
              </a:rPr>
              <a:t>SEG_USUARIO</a:t>
            </a:r>
          </a:p>
        </p:txBody>
      </p:sp>
      <p:sp>
        <p:nvSpPr>
          <p:cNvPr id="7" name="">
            <a:extLst xmlns:a="http://schemas.openxmlformats.org/drawingml/2006/main">
              <a:ext uri="{FF2B5EF4-FFF2-40B4-BE49-F238E27FC236}">
                <a16:creationId xmlns:a16="http://schemas.microsoft.com/office/drawing/2014/main" id="{106717DA-7C6B-410E-8A38-A5828239CE44}"/>
              </a:ext>
            </a:extLst>
          </p:cNvPr>
          <p:cNvSpPr>
            <a:spLocks xmlns:a="http://schemas.openxmlformats.org/drawingml/2006/main" noGrp="1"/>
          </p:cNvSpPr>
          <p:nvPr/>
        </p:nvSpPr>
        <p:spPr>
          <a:xfrm xmlns:a="http://schemas.openxmlformats.org/drawingml/2006/main">
            <a:off x="4572000" y="2686050"/>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a:solidFill>
                  <a:srgbClr val="526176"/>
                </a:solidFill>
                <a:latin typeface="Calibri"/>
                <a:ea typeface="Calibri"/>
                <a:cs typeface="Calibri"/>
              </a:defRPr>
            </a:defPPr>
          </a:lstStyle>
          <a:p xmlns:a="http://schemas.openxmlformats.org/drawingml/2006/main">
            <a:pPr algn="l">
              <a:lnSpc>
                <a:spcPct val="105000"/>
              </a:lnSpc>
              <a:buNone/>
              <a:defRPr sz="1800">
                <a:solidFill>
                  <a:srgbClr val="526176"/>
                </a:solidFill>
                <a:latin typeface="Calibri"/>
                <a:ea typeface="Calibri"/>
                <a:cs typeface="Calibri"/>
              </a:defRPr>
            </a:pPr>
            <a:r>
              <a:rPr sz="1800">
                <a:solidFill>
                  <a:srgbClr val="526176"/>
                </a:solidFill>
                <a:latin typeface="Calibri"/>
                <a:ea typeface="Calibri"/>
                <a:cs typeface="Calibri"/>
              </a:rPr>
              <a:t>Personas autorizadas</a:t>
            </a:r>
          </a:p>
        </p:txBody>
      </p:sp>
      <p:sp>
        <p:nvSpPr>
          <p:cNvPr id="8" name="">
            <a:extLst xmlns:a="http://schemas.openxmlformats.org/drawingml/2006/main">
              <a:ext uri="{FF2B5EF4-FFF2-40B4-BE49-F238E27FC236}">
                <a16:creationId xmlns:a16="http://schemas.microsoft.com/office/drawing/2014/main" id="{2CB20642-9AD6-4AB6-B68A-888653A422D9}"/>
              </a:ext>
            </a:extLst>
          </p:cNvPr>
          <p:cNvSpPr>
            <a:spLocks xmlns:a="http://schemas.openxmlformats.org/drawingml/2006/main" noGrp="1"/>
          </p:cNvSpPr>
          <p:nvPr/>
        </p:nvSpPr>
        <p:spPr>
          <a:xfrm xmlns:a="http://schemas.openxmlformats.org/drawingml/2006/main">
            <a:off x="1524000" y="3810000"/>
            <a:ext cx="5905500" cy="933450"/>
          </a:xfrm>
          <a:prstGeom xmlns:a="http://schemas.openxmlformats.org/drawingml/2006/main" prst="roundRect">
            <a:avLst>
              <a:gd name="adj" fmla="val 18367"/>
            </a:avLst>
          </a:prstGeom>
          <a:solidFill xmlns:a="http://schemas.openxmlformats.org/drawingml/2006/main">
            <a:srgbClr val="FFFFFF"/>
          </a:solidFill>
          <a:ln xmlns:a="http://schemas.openxmlformats.org/drawingml/2006/main" w="14288">
            <a:solidFill>
              <a:srgbClr val="C9D5E4"/>
            </a:solidFill>
            <a:prstDash val="solid"/>
          </a:ln>
        </p:spPr>
      </p:sp>
      <p:sp>
        <p:nvSpPr>
          <p:cNvPr id="9" name="">
            <a:extLst xmlns:a="http://schemas.openxmlformats.org/drawingml/2006/main">
              <a:ext uri="{FF2B5EF4-FFF2-40B4-BE49-F238E27FC236}">
                <a16:creationId xmlns:a16="http://schemas.microsoft.com/office/drawing/2014/main" id="{C0F4249C-135A-4B3D-93C1-5F80C4E751E7}"/>
              </a:ext>
            </a:extLst>
          </p:cNvPr>
          <p:cNvSpPr>
            <a:spLocks xmlns:a="http://schemas.openxmlformats.org/drawingml/2006/main" noGrp="1"/>
          </p:cNvSpPr>
          <p:nvPr/>
        </p:nvSpPr>
        <p:spPr>
          <a:xfrm xmlns:a="http://schemas.openxmlformats.org/drawingml/2006/main">
            <a:off x="1857375" y="3962400"/>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22A51"/>
                </a:solidFill>
                <a:latin typeface="Calibri"/>
                <a:ea typeface="Calibri"/>
                <a:cs typeface="Calibri"/>
              </a:defRPr>
            </a:defPPr>
          </a:lstStyle>
          <a:p xmlns:a="http://schemas.openxmlformats.org/drawingml/2006/main">
            <a:pPr algn="l">
              <a:lnSpc>
                <a:spcPct val="105000"/>
              </a:lnSpc>
              <a:buNone/>
              <a:defRPr sz="1950" b="1">
                <a:solidFill>
                  <a:srgbClr val="122A51"/>
                </a:solidFill>
                <a:latin typeface="Calibri"/>
                <a:ea typeface="Calibri"/>
                <a:cs typeface="Calibri"/>
              </a:defRPr>
            </a:pPr>
            <a:r>
              <a:rPr sz="1950" b="1">
                <a:solidFill>
                  <a:srgbClr val="122A51"/>
                </a:solidFill>
                <a:latin typeface="Calibri"/>
                <a:ea typeface="Calibri"/>
                <a:cs typeface="Calibri"/>
              </a:rPr>
              <a:t>SEG_USUARIO_LOGIN</a:t>
            </a:r>
          </a:p>
        </p:txBody>
      </p:sp>
      <p:sp>
        <p:nvSpPr>
          <p:cNvPr id="10" name="">
            <a:extLst xmlns:a="http://schemas.openxmlformats.org/drawingml/2006/main">
              <a:ext uri="{FF2B5EF4-FFF2-40B4-BE49-F238E27FC236}">
                <a16:creationId xmlns:a16="http://schemas.microsoft.com/office/drawing/2014/main" id="{A4710943-F5E1-4AAD-9946-7F36B428C805}"/>
              </a:ext>
            </a:extLst>
          </p:cNvPr>
          <p:cNvSpPr>
            <a:spLocks xmlns:a="http://schemas.openxmlformats.org/drawingml/2006/main" noGrp="1"/>
          </p:cNvSpPr>
          <p:nvPr/>
        </p:nvSpPr>
        <p:spPr>
          <a:xfrm xmlns:a="http://schemas.openxmlformats.org/drawingml/2006/main">
            <a:off x="4572000" y="3971925"/>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a:solidFill>
                  <a:srgbClr val="526176"/>
                </a:solidFill>
                <a:latin typeface="Calibri"/>
                <a:ea typeface="Calibri"/>
                <a:cs typeface="Calibri"/>
              </a:defRPr>
            </a:defPPr>
          </a:lstStyle>
          <a:p xmlns:a="http://schemas.openxmlformats.org/drawingml/2006/main">
            <a:pPr algn="l">
              <a:lnSpc>
                <a:spcPct val="105000"/>
              </a:lnSpc>
              <a:buNone/>
              <a:defRPr sz="1800">
                <a:solidFill>
                  <a:srgbClr val="526176"/>
                </a:solidFill>
                <a:latin typeface="Calibri"/>
                <a:ea typeface="Calibri"/>
                <a:cs typeface="Calibri"/>
              </a:defRPr>
            </a:pPr>
            <a:r>
              <a:rPr sz="1800">
                <a:solidFill>
                  <a:srgbClr val="526176"/>
                </a:solidFill>
                <a:latin typeface="Calibri"/>
                <a:ea typeface="Calibri"/>
                <a:cs typeface="Calibri"/>
              </a:rPr>
              <a:t>Cuentas de operadores</a:t>
            </a:r>
          </a:p>
        </p:txBody>
      </p:sp>
      <p:sp>
        <p:nvSpPr>
          <p:cNvPr id="11" name="">
            <a:extLst xmlns:a="http://schemas.openxmlformats.org/drawingml/2006/main">
              <a:ext uri="{FF2B5EF4-FFF2-40B4-BE49-F238E27FC236}">
                <a16:creationId xmlns:a16="http://schemas.microsoft.com/office/drawing/2014/main" id="{4360052F-C77F-4767-ADDC-0051521E7A44}"/>
              </a:ext>
            </a:extLst>
          </p:cNvPr>
          <p:cNvSpPr>
            <a:spLocks xmlns:a="http://schemas.openxmlformats.org/drawingml/2006/main" noGrp="1"/>
          </p:cNvSpPr>
          <p:nvPr/>
        </p:nvSpPr>
        <p:spPr>
          <a:xfrm xmlns:a="http://schemas.openxmlformats.org/drawingml/2006/main">
            <a:off x="1524000" y="5095875"/>
            <a:ext cx="5905500" cy="933450"/>
          </a:xfrm>
          <a:prstGeom xmlns:a="http://schemas.openxmlformats.org/drawingml/2006/main" prst="roundRect">
            <a:avLst>
              <a:gd name="adj" fmla="val 18367"/>
            </a:avLst>
          </a:prstGeom>
          <a:solidFill xmlns:a="http://schemas.openxmlformats.org/drawingml/2006/main">
            <a:srgbClr val="FFFFFF"/>
          </a:solidFill>
          <a:ln xmlns:a="http://schemas.openxmlformats.org/drawingml/2006/main" w="14288">
            <a:solidFill>
              <a:srgbClr val="C9D5E4"/>
            </a:solidFill>
            <a:prstDash val="solid"/>
          </a:ln>
        </p:spPr>
      </p:sp>
      <p:sp>
        <p:nvSpPr>
          <p:cNvPr id="12" name="">
            <a:extLst xmlns:a="http://schemas.openxmlformats.org/drawingml/2006/main">
              <a:ext uri="{FF2B5EF4-FFF2-40B4-BE49-F238E27FC236}">
                <a16:creationId xmlns:a16="http://schemas.microsoft.com/office/drawing/2014/main" id="{0504B56B-4897-43ED-A0CE-573C24B00284}"/>
              </a:ext>
            </a:extLst>
          </p:cNvPr>
          <p:cNvSpPr>
            <a:spLocks xmlns:a="http://schemas.openxmlformats.org/drawingml/2006/main" noGrp="1"/>
          </p:cNvSpPr>
          <p:nvPr/>
        </p:nvSpPr>
        <p:spPr>
          <a:xfrm xmlns:a="http://schemas.openxmlformats.org/drawingml/2006/main">
            <a:off x="1857375" y="5248275"/>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22A51"/>
                </a:solidFill>
                <a:latin typeface="Calibri"/>
                <a:ea typeface="Calibri"/>
                <a:cs typeface="Calibri"/>
              </a:defRPr>
            </a:defPPr>
          </a:lstStyle>
          <a:p xmlns:a="http://schemas.openxmlformats.org/drawingml/2006/main">
            <a:pPr algn="l">
              <a:lnSpc>
                <a:spcPct val="105000"/>
              </a:lnSpc>
              <a:buNone/>
              <a:defRPr sz="1950" b="1">
                <a:solidFill>
                  <a:srgbClr val="122A51"/>
                </a:solidFill>
                <a:latin typeface="Calibri"/>
                <a:ea typeface="Calibri"/>
                <a:cs typeface="Calibri"/>
              </a:defRPr>
            </a:pPr>
            <a:r>
              <a:rPr sz="1950" b="1">
                <a:solidFill>
                  <a:srgbClr val="122A51"/>
                </a:solidFill>
                <a:latin typeface="Calibri"/>
                <a:ea typeface="Calibri"/>
                <a:cs typeface="Calibri"/>
              </a:rPr>
              <a:t>SEG_ROL</a:t>
            </a:r>
          </a:p>
        </p:txBody>
      </p:sp>
      <p:sp>
        <p:nvSpPr>
          <p:cNvPr id="13" name="">
            <a:extLst xmlns:a="http://schemas.openxmlformats.org/drawingml/2006/main">
              <a:ext uri="{FF2B5EF4-FFF2-40B4-BE49-F238E27FC236}">
                <a16:creationId xmlns:a16="http://schemas.microsoft.com/office/drawing/2014/main" id="{EC7FC8DD-02B3-4530-A7C8-8E56D33EF202}"/>
              </a:ext>
            </a:extLst>
          </p:cNvPr>
          <p:cNvSpPr>
            <a:spLocks xmlns:a="http://schemas.openxmlformats.org/drawingml/2006/main" noGrp="1"/>
          </p:cNvSpPr>
          <p:nvPr/>
        </p:nvSpPr>
        <p:spPr>
          <a:xfrm xmlns:a="http://schemas.openxmlformats.org/drawingml/2006/main">
            <a:off x="4572000" y="5257800"/>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a:solidFill>
                  <a:srgbClr val="526176"/>
                </a:solidFill>
                <a:latin typeface="Calibri"/>
                <a:ea typeface="Calibri"/>
                <a:cs typeface="Calibri"/>
              </a:defRPr>
            </a:defPPr>
          </a:lstStyle>
          <a:p xmlns:a="http://schemas.openxmlformats.org/drawingml/2006/main">
            <a:pPr algn="l">
              <a:lnSpc>
                <a:spcPct val="105000"/>
              </a:lnSpc>
              <a:buNone/>
              <a:defRPr sz="1800">
                <a:solidFill>
                  <a:srgbClr val="526176"/>
                </a:solidFill>
                <a:latin typeface="Calibri"/>
                <a:ea typeface="Calibri"/>
                <a:cs typeface="Calibri"/>
              </a:defRPr>
            </a:pPr>
            <a:r>
              <a:rPr sz="1800">
                <a:solidFill>
                  <a:srgbClr val="526176"/>
                </a:solidFill>
                <a:latin typeface="Calibri"/>
                <a:ea typeface="Calibri"/>
                <a:cs typeface="Calibri"/>
              </a:rPr>
              <a:t>Permisos y perfiles</a:t>
            </a:r>
          </a:p>
        </p:txBody>
      </p:sp>
      <p:sp>
        <p:nvSpPr>
          <p:cNvPr id="14" name="">
            <a:extLst xmlns:a="http://schemas.openxmlformats.org/drawingml/2006/main">
              <a:ext uri="{FF2B5EF4-FFF2-40B4-BE49-F238E27FC236}">
                <a16:creationId xmlns:a16="http://schemas.microsoft.com/office/drawing/2014/main" id="{65FF15B1-6542-443D-9A12-DCE4DBB8B54B}"/>
              </a:ext>
            </a:extLst>
          </p:cNvPr>
          <p:cNvSpPr>
            <a:spLocks xmlns:a="http://schemas.openxmlformats.org/drawingml/2006/main" noGrp="1"/>
          </p:cNvSpPr>
          <p:nvPr/>
        </p:nvSpPr>
        <p:spPr>
          <a:xfrm xmlns:a="http://schemas.openxmlformats.org/drawingml/2006/main">
            <a:off x="1524000" y="6381750"/>
            <a:ext cx="5905500" cy="933450"/>
          </a:xfrm>
          <a:prstGeom xmlns:a="http://schemas.openxmlformats.org/drawingml/2006/main" prst="roundRect">
            <a:avLst>
              <a:gd name="adj" fmla="val 18367"/>
            </a:avLst>
          </a:prstGeom>
          <a:solidFill xmlns:a="http://schemas.openxmlformats.org/drawingml/2006/main">
            <a:srgbClr val="FFFFFF"/>
          </a:solidFill>
          <a:ln xmlns:a="http://schemas.openxmlformats.org/drawingml/2006/main" w="14288">
            <a:solidFill>
              <a:srgbClr val="C9D5E4"/>
            </a:solidFill>
            <a:prstDash val="solid"/>
          </a:ln>
        </p:spPr>
      </p:sp>
      <p:sp>
        <p:nvSpPr>
          <p:cNvPr id="15" name="">
            <a:extLst xmlns:a="http://schemas.openxmlformats.org/drawingml/2006/main">
              <a:ext uri="{FF2B5EF4-FFF2-40B4-BE49-F238E27FC236}">
                <a16:creationId xmlns:a16="http://schemas.microsoft.com/office/drawing/2014/main" id="{B62CABA7-5A38-4D1C-B60A-B278B3442BA8}"/>
              </a:ext>
            </a:extLst>
          </p:cNvPr>
          <p:cNvSpPr>
            <a:spLocks xmlns:a="http://schemas.openxmlformats.org/drawingml/2006/main" noGrp="1"/>
          </p:cNvSpPr>
          <p:nvPr/>
        </p:nvSpPr>
        <p:spPr>
          <a:xfrm xmlns:a="http://schemas.openxmlformats.org/drawingml/2006/main">
            <a:off x="1857375" y="6534150"/>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22A51"/>
                </a:solidFill>
                <a:latin typeface="Calibri"/>
                <a:ea typeface="Calibri"/>
                <a:cs typeface="Calibri"/>
              </a:defRPr>
            </a:defPPr>
          </a:lstStyle>
          <a:p xmlns:a="http://schemas.openxmlformats.org/drawingml/2006/main">
            <a:pPr algn="l">
              <a:lnSpc>
                <a:spcPct val="105000"/>
              </a:lnSpc>
              <a:buNone/>
              <a:defRPr sz="1950" b="1">
                <a:solidFill>
                  <a:srgbClr val="122A51"/>
                </a:solidFill>
                <a:latin typeface="Calibri"/>
                <a:ea typeface="Calibri"/>
                <a:cs typeface="Calibri"/>
              </a:defRPr>
            </a:pPr>
            <a:r>
              <a:rPr sz="1950" b="1">
                <a:solidFill>
                  <a:srgbClr val="122A51"/>
                </a:solidFill>
                <a:latin typeface="Calibri"/>
                <a:ea typeface="Calibri"/>
                <a:cs typeface="Calibri"/>
              </a:rPr>
              <a:t>SEG_REGISTRO_ACCESO</a:t>
            </a:r>
          </a:p>
        </p:txBody>
      </p:sp>
      <p:sp>
        <p:nvSpPr>
          <p:cNvPr id="16" name="">
            <a:extLst xmlns:a="http://schemas.openxmlformats.org/drawingml/2006/main">
              <a:ext uri="{FF2B5EF4-FFF2-40B4-BE49-F238E27FC236}">
                <a16:creationId xmlns:a16="http://schemas.microsoft.com/office/drawing/2014/main" id="{5423E34C-1F50-4448-99AB-35FF6DA50926}"/>
              </a:ext>
            </a:extLst>
          </p:cNvPr>
          <p:cNvSpPr>
            <a:spLocks xmlns:a="http://schemas.openxmlformats.org/drawingml/2006/main" noGrp="1"/>
          </p:cNvSpPr>
          <p:nvPr/>
        </p:nvSpPr>
        <p:spPr>
          <a:xfrm xmlns:a="http://schemas.openxmlformats.org/drawingml/2006/main">
            <a:off x="4572000" y="6543675"/>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a:solidFill>
                  <a:srgbClr val="526176"/>
                </a:solidFill>
                <a:latin typeface="Calibri"/>
                <a:ea typeface="Calibri"/>
                <a:cs typeface="Calibri"/>
              </a:defRPr>
            </a:defPPr>
          </a:lstStyle>
          <a:p xmlns:a="http://schemas.openxmlformats.org/drawingml/2006/main">
            <a:pPr algn="l">
              <a:lnSpc>
                <a:spcPct val="105000"/>
              </a:lnSpc>
              <a:buNone/>
              <a:defRPr sz="1800">
                <a:solidFill>
                  <a:srgbClr val="526176"/>
                </a:solidFill>
                <a:latin typeface="Calibri"/>
                <a:ea typeface="Calibri"/>
                <a:cs typeface="Calibri"/>
              </a:defRPr>
            </a:pPr>
            <a:r>
              <a:rPr sz="1800">
                <a:solidFill>
                  <a:srgbClr val="526176"/>
                </a:solidFill>
                <a:latin typeface="Calibri"/>
                <a:ea typeface="Calibri"/>
                <a:cs typeface="Calibri"/>
              </a:rPr>
              <a:t>Entradas y salidas</a:t>
            </a:r>
          </a:p>
        </p:txBody>
      </p:sp>
      <p:sp>
        <p:nvSpPr>
          <p:cNvPr id="17" name="">
            <a:extLst xmlns:a="http://schemas.openxmlformats.org/drawingml/2006/main">
              <a:ext uri="{FF2B5EF4-FFF2-40B4-BE49-F238E27FC236}">
                <a16:creationId xmlns:a16="http://schemas.microsoft.com/office/drawing/2014/main" id="{6BA640EB-D5B0-4FDF-A64E-E96738108204}"/>
              </a:ext>
            </a:extLst>
          </p:cNvPr>
          <p:cNvSpPr>
            <a:spLocks xmlns:a="http://schemas.openxmlformats.org/drawingml/2006/main" noGrp="1"/>
          </p:cNvSpPr>
          <p:nvPr/>
        </p:nvSpPr>
        <p:spPr>
          <a:xfrm xmlns:a="http://schemas.openxmlformats.org/drawingml/2006/main">
            <a:off x="8858250" y="2619375"/>
            <a:ext cx="6858000" cy="1666875"/>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4288">
            <a:solidFill>
              <a:srgbClr val="D8E1EB"/>
            </a:solidFill>
            <a:prstDash val="solid"/>
          </a:ln>
        </p:spPr>
      </p:sp>
      <p:sp>
        <p:nvSpPr>
          <p:cNvPr id="18" name="">
            <a:extLst xmlns:a="http://schemas.openxmlformats.org/drawingml/2006/main">
              <a:ext uri="{FF2B5EF4-FFF2-40B4-BE49-F238E27FC236}">
                <a16:creationId xmlns:a16="http://schemas.microsoft.com/office/drawing/2014/main" id="{A972A19A-7A9D-43B7-8890-4D60221A2A1D}"/>
              </a:ext>
            </a:extLst>
          </p:cNvPr>
          <p:cNvSpPr>
            <a:spLocks xmlns:a="http://schemas.openxmlformats.org/drawingml/2006/main" noGrp="1"/>
          </p:cNvSpPr>
          <p:nvPr/>
        </p:nvSpPr>
        <p:spPr>
          <a:xfrm xmlns:a="http://schemas.openxmlformats.org/drawingml/2006/main">
            <a:off x="8858250" y="2619375"/>
            <a:ext cx="114300" cy="1666875"/>
          </a:xfrm>
          <a:prstGeom xmlns:a="http://schemas.openxmlformats.org/drawingml/2006/main" prst="rect">
            <a:avLst/>
          </a:prstGeom>
          <a:solidFill xmlns:a="http://schemas.openxmlformats.org/drawingml/2006/main">
            <a:srgbClr val="0876B9"/>
          </a:solidFill>
          <a:ln xmlns:a="http://schemas.openxmlformats.org/drawingml/2006/main" w="14288">
            <a:solidFill>
              <a:srgbClr val="0876B9"/>
            </a:solidFill>
            <a:prstDash val="solid"/>
          </a:ln>
        </p:spPr>
      </p:sp>
      <p:sp>
        <p:nvSpPr>
          <p:cNvPr id="19" name="">
            <a:extLst xmlns:a="http://schemas.openxmlformats.org/drawingml/2006/main">
              <a:ext uri="{FF2B5EF4-FFF2-40B4-BE49-F238E27FC236}">
                <a16:creationId xmlns:a16="http://schemas.microsoft.com/office/drawing/2014/main" id="{DA067BF7-4524-457A-AC61-E2A3C609640D}"/>
              </a:ext>
            </a:extLst>
          </p:cNvPr>
          <p:cNvSpPr>
            <a:spLocks xmlns:a="http://schemas.openxmlformats.org/drawingml/2006/main" noGrp="1"/>
          </p:cNvSpPr>
          <p:nvPr/>
        </p:nvSpPr>
        <p:spPr>
          <a:xfrm xmlns:a="http://schemas.openxmlformats.org/drawingml/2006/main">
            <a:off x="9144000" y="2828925"/>
            <a:ext cx="6334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Operaciones SQL</a:t>
            </a:r>
          </a:p>
        </p:txBody>
      </p:sp>
      <p:sp>
        <p:nvSpPr>
          <p:cNvPr id="20" name="">
            <a:extLst xmlns:a="http://schemas.openxmlformats.org/drawingml/2006/main">
              <a:ext uri="{FF2B5EF4-FFF2-40B4-BE49-F238E27FC236}">
                <a16:creationId xmlns:a16="http://schemas.microsoft.com/office/drawing/2014/main" id="{5554A30E-9698-437D-8D8D-1803A8F67782}"/>
              </a:ext>
            </a:extLst>
          </p:cNvPr>
          <p:cNvSpPr>
            <a:spLocks xmlns:a="http://schemas.openxmlformats.org/drawingml/2006/main" noGrp="1"/>
          </p:cNvSpPr>
          <p:nvPr/>
        </p:nvSpPr>
        <p:spPr>
          <a:xfrm xmlns:a="http://schemas.openxmlformats.org/drawingml/2006/main">
            <a:off x="9144000" y="3419475"/>
            <a:ext cx="63055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a:solidFill>
                  <a:srgbClr val="17243A"/>
                </a:solidFill>
                <a:latin typeface="Calibri"/>
                <a:ea typeface="Calibri"/>
                <a:cs typeface="Calibri"/>
              </a:defRPr>
            </a:defPPr>
          </a:lstStyle>
          <a:p xmlns:a="http://schemas.openxmlformats.org/drawingml/2006/main">
            <a:pPr algn="l">
              <a:lnSpc>
                <a:spcPct val="108000"/>
              </a:lnSpc>
              <a:buNone/>
              <a:defRPr sz="1800">
                <a:solidFill>
                  <a:srgbClr val="17243A"/>
                </a:solidFill>
                <a:latin typeface="Calibri"/>
                <a:ea typeface="Calibri"/>
                <a:cs typeface="Calibri"/>
              </a:defRPr>
            </a:pPr>
            <a:r>
              <a:rPr sz="1800">
                <a:solidFill>
                  <a:srgbClr val="17243A"/>
                </a:solidFill>
                <a:latin typeface="Calibri"/>
                <a:ea typeface="Calibri"/>
                <a:cs typeface="Calibri"/>
              </a:rPr>
              <a:t>SP_GUARDAR_USUARIO · SP_ACTUALIZAR_USUARIO · SP_CONSULTAR_USUARIOS</a:t>
            </a:r>
          </a:p>
        </p:txBody>
      </p:sp>
      <p:sp>
        <p:nvSpPr>
          <p:cNvPr id="21" name="">
            <a:extLst xmlns:a="http://schemas.openxmlformats.org/drawingml/2006/main">
              <a:ext uri="{FF2B5EF4-FFF2-40B4-BE49-F238E27FC236}">
                <a16:creationId xmlns:a16="http://schemas.microsoft.com/office/drawing/2014/main" id="{6AF04F2E-9DAD-4A2D-91D6-9AAA7460A739}"/>
              </a:ext>
            </a:extLst>
          </p:cNvPr>
          <p:cNvSpPr>
            <a:spLocks xmlns:a="http://schemas.openxmlformats.org/drawingml/2006/main" noGrp="1"/>
          </p:cNvSpPr>
          <p:nvPr/>
        </p:nvSpPr>
        <p:spPr>
          <a:xfrm xmlns:a="http://schemas.openxmlformats.org/drawingml/2006/main">
            <a:off x="8858250" y="4714875"/>
            <a:ext cx="6858000" cy="1666875"/>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4288">
            <a:solidFill>
              <a:srgbClr val="D8E1EB"/>
            </a:solidFill>
            <a:prstDash val="solid"/>
          </a:ln>
        </p:spPr>
      </p:sp>
      <p:sp>
        <p:nvSpPr>
          <p:cNvPr id="22" name="">
            <a:extLst xmlns:a="http://schemas.openxmlformats.org/drawingml/2006/main">
              <a:ext uri="{FF2B5EF4-FFF2-40B4-BE49-F238E27FC236}">
                <a16:creationId xmlns:a16="http://schemas.microsoft.com/office/drawing/2014/main" id="{E0EB60B7-381A-4152-808E-21C59D81FB7E}"/>
              </a:ext>
            </a:extLst>
          </p:cNvPr>
          <p:cNvSpPr>
            <a:spLocks xmlns:a="http://schemas.openxmlformats.org/drawingml/2006/main" noGrp="1"/>
          </p:cNvSpPr>
          <p:nvPr/>
        </p:nvSpPr>
        <p:spPr>
          <a:xfrm xmlns:a="http://schemas.openxmlformats.org/drawingml/2006/main">
            <a:off x="8858250" y="4714875"/>
            <a:ext cx="114300" cy="1666875"/>
          </a:xfrm>
          <a:prstGeom xmlns:a="http://schemas.openxmlformats.org/drawingml/2006/main" prst="rect">
            <a:avLst/>
          </a:prstGeom>
          <a:solidFill xmlns:a="http://schemas.openxmlformats.org/drawingml/2006/main">
            <a:srgbClr val="F28C28"/>
          </a:solidFill>
          <a:ln xmlns:a="http://schemas.openxmlformats.org/drawingml/2006/main" w="14288">
            <a:solidFill>
              <a:srgbClr val="F28C28"/>
            </a:solidFill>
            <a:prstDash val="solid"/>
          </a:ln>
        </p:spPr>
      </p:sp>
      <p:sp>
        <p:nvSpPr>
          <p:cNvPr id="23" name="">
            <a:extLst xmlns:a="http://schemas.openxmlformats.org/drawingml/2006/main">
              <a:ext uri="{FF2B5EF4-FFF2-40B4-BE49-F238E27FC236}">
                <a16:creationId xmlns:a16="http://schemas.microsoft.com/office/drawing/2014/main" id="{86F752B5-BFA4-4791-AA7A-5A067A96ECD2}"/>
              </a:ext>
            </a:extLst>
          </p:cNvPr>
          <p:cNvSpPr>
            <a:spLocks xmlns:a="http://schemas.openxmlformats.org/drawingml/2006/main" noGrp="1"/>
          </p:cNvSpPr>
          <p:nvPr/>
        </p:nvSpPr>
        <p:spPr>
          <a:xfrm xmlns:a="http://schemas.openxmlformats.org/drawingml/2006/main">
            <a:off x="9144000" y="4924425"/>
            <a:ext cx="6334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Movimientos</a:t>
            </a:r>
          </a:p>
        </p:txBody>
      </p:sp>
      <p:sp>
        <p:nvSpPr>
          <p:cNvPr id="24" name="">
            <a:extLst xmlns:a="http://schemas.openxmlformats.org/drawingml/2006/main">
              <a:ext uri="{FF2B5EF4-FFF2-40B4-BE49-F238E27FC236}">
                <a16:creationId xmlns:a16="http://schemas.microsoft.com/office/drawing/2014/main" id="{D24E1C5B-A35A-4583-8E7D-870D53B7C62B}"/>
              </a:ext>
            </a:extLst>
          </p:cNvPr>
          <p:cNvSpPr>
            <a:spLocks xmlns:a="http://schemas.openxmlformats.org/drawingml/2006/main" noGrp="1"/>
          </p:cNvSpPr>
          <p:nvPr/>
        </p:nvSpPr>
        <p:spPr>
          <a:xfrm xmlns:a="http://schemas.openxmlformats.org/drawingml/2006/main">
            <a:off x="9144000" y="5514975"/>
            <a:ext cx="63055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a:solidFill>
                  <a:srgbClr val="17243A"/>
                </a:solidFill>
                <a:latin typeface="Calibri"/>
                <a:ea typeface="Calibri"/>
                <a:cs typeface="Calibri"/>
              </a:defRPr>
            </a:defPPr>
          </a:lstStyle>
          <a:p xmlns:a="http://schemas.openxmlformats.org/drawingml/2006/main">
            <a:pPr algn="l">
              <a:lnSpc>
                <a:spcPct val="108000"/>
              </a:lnSpc>
              <a:buNone/>
              <a:defRPr sz="1800">
                <a:solidFill>
                  <a:srgbClr val="17243A"/>
                </a:solidFill>
                <a:latin typeface="Calibri"/>
                <a:ea typeface="Calibri"/>
                <a:cs typeface="Calibri"/>
              </a:defRPr>
            </a:pPr>
            <a:r>
              <a:rPr sz="1800">
                <a:solidFill>
                  <a:srgbClr val="17243A"/>
                </a:solidFill>
                <a:latin typeface="Calibri"/>
                <a:ea typeface="Calibri"/>
                <a:cs typeface="Calibri"/>
              </a:rPr>
              <a:t>SP_REGISTRAR_ACCESO · SP_CONSULTAR_ACCESOS_FILTROS · SP_CONSULTAR_ANALITICA_ACCESO</a:t>
            </a:r>
          </a:p>
        </p:txBody>
      </p:sp>
      <p:sp>
        <p:nvSpPr>
          <p:cNvPr id="25" name="">
            <a:extLst xmlns:a="http://schemas.openxmlformats.org/drawingml/2006/main">
              <a:ext uri="{FF2B5EF4-FFF2-40B4-BE49-F238E27FC236}">
                <a16:creationId xmlns:a16="http://schemas.microsoft.com/office/drawing/2014/main" id="{74030D84-A886-4DAF-A408-FF3EC4845D44}"/>
              </a:ext>
            </a:extLst>
          </p:cNvPr>
          <p:cNvSpPr>
            <a:spLocks xmlns:a="http://schemas.openxmlformats.org/drawingml/2006/main" noGrp="1"/>
          </p:cNvSpPr>
          <p:nvPr/>
        </p:nvSpPr>
        <p:spPr>
          <a:xfrm xmlns:a="http://schemas.openxmlformats.org/drawingml/2006/main">
            <a:off x="8858250" y="6810375"/>
            <a:ext cx="6858000" cy="1190625"/>
          </a:xfrm>
          <a:prstGeom xmlns:a="http://schemas.openxmlformats.org/drawingml/2006/main" prst="roundRect">
            <a:avLst>
              <a:gd name="adj" fmla="val 14400"/>
            </a:avLst>
          </a:prstGeom>
          <a:solidFill xmlns:a="http://schemas.openxmlformats.org/drawingml/2006/main">
            <a:srgbClr val="FFFFFF"/>
          </a:solidFill>
          <a:ln xmlns:a="http://schemas.openxmlformats.org/drawingml/2006/main" w="14288">
            <a:solidFill>
              <a:srgbClr val="D8E1EB"/>
            </a:solidFill>
            <a:prstDash val="solid"/>
          </a:ln>
        </p:spPr>
      </p:sp>
      <p:sp>
        <p:nvSpPr>
          <p:cNvPr id="26" name="">
            <a:extLst xmlns:a="http://schemas.openxmlformats.org/drawingml/2006/main">
              <a:ext uri="{FF2B5EF4-FFF2-40B4-BE49-F238E27FC236}">
                <a16:creationId xmlns:a16="http://schemas.microsoft.com/office/drawing/2014/main" id="{CAC931A8-7CBF-4040-8DDD-4C93A4166D11}"/>
              </a:ext>
            </a:extLst>
          </p:cNvPr>
          <p:cNvSpPr>
            <a:spLocks xmlns:a="http://schemas.openxmlformats.org/drawingml/2006/main" noGrp="1"/>
          </p:cNvSpPr>
          <p:nvPr/>
        </p:nvSpPr>
        <p:spPr>
          <a:xfrm xmlns:a="http://schemas.openxmlformats.org/drawingml/2006/main">
            <a:off x="8858250" y="6810375"/>
            <a:ext cx="114300" cy="1190625"/>
          </a:xfrm>
          <a:prstGeom xmlns:a="http://schemas.openxmlformats.org/drawingml/2006/main" prst="rect">
            <a:avLst/>
          </a:prstGeom>
          <a:solidFill xmlns:a="http://schemas.openxmlformats.org/drawingml/2006/main">
            <a:srgbClr val="55A630"/>
          </a:solidFill>
          <a:ln xmlns:a="http://schemas.openxmlformats.org/drawingml/2006/main" w="14288">
            <a:solidFill>
              <a:srgbClr val="55A630"/>
            </a:solidFill>
            <a:prstDash val="solid"/>
          </a:ln>
        </p:spPr>
      </p:sp>
      <p:sp>
        <p:nvSpPr>
          <p:cNvPr id="27" name="">
            <a:extLst xmlns:a="http://schemas.openxmlformats.org/drawingml/2006/main">
              <a:ext uri="{FF2B5EF4-FFF2-40B4-BE49-F238E27FC236}">
                <a16:creationId xmlns:a16="http://schemas.microsoft.com/office/drawing/2014/main" id="{A557AE30-87AE-4D74-934C-A97A3A6EE6CA}"/>
              </a:ext>
            </a:extLst>
          </p:cNvPr>
          <p:cNvSpPr>
            <a:spLocks xmlns:a="http://schemas.openxmlformats.org/drawingml/2006/main" noGrp="1"/>
          </p:cNvSpPr>
          <p:nvPr/>
        </p:nvSpPr>
        <p:spPr>
          <a:xfrm xmlns:a="http://schemas.openxmlformats.org/drawingml/2006/main">
            <a:off x="9144000" y="7019925"/>
            <a:ext cx="6334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Seguridad</a:t>
            </a:r>
          </a:p>
        </p:txBody>
      </p:sp>
      <p:sp>
        <p:nvSpPr>
          <p:cNvPr id="28" name="">
            <a:extLst xmlns:a="http://schemas.openxmlformats.org/drawingml/2006/main">
              <a:ext uri="{FF2B5EF4-FFF2-40B4-BE49-F238E27FC236}">
                <a16:creationId xmlns:a16="http://schemas.microsoft.com/office/drawing/2014/main" id="{A687433B-9399-4F0E-86B4-A41E08EE608A}"/>
              </a:ext>
            </a:extLst>
          </p:cNvPr>
          <p:cNvSpPr>
            <a:spLocks xmlns:a="http://schemas.openxmlformats.org/drawingml/2006/main" noGrp="1"/>
          </p:cNvSpPr>
          <p:nvPr/>
        </p:nvSpPr>
        <p:spPr>
          <a:xfrm xmlns:a="http://schemas.openxmlformats.org/drawingml/2006/main">
            <a:off x="9144000" y="7458075"/>
            <a:ext cx="63055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a:solidFill>
                  <a:srgbClr val="17243A"/>
                </a:solidFill>
                <a:latin typeface="Calibri"/>
                <a:ea typeface="Calibri"/>
                <a:cs typeface="Calibri"/>
              </a:defRPr>
            </a:defPPr>
          </a:lstStyle>
          <a:p xmlns:a="http://schemas.openxmlformats.org/drawingml/2006/main">
            <a:pPr algn="l">
              <a:lnSpc>
                <a:spcPct val="108000"/>
              </a:lnSpc>
              <a:buNone/>
              <a:defRPr sz="1875">
                <a:solidFill>
                  <a:srgbClr val="17243A"/>
                </a:solidFill>
                <a:latin typeface="Calibri"/>
                <a:ea typeface="Calibri"/>
                <a:cs typeface="Calibri"/>
              </a:defRPr>
            </a:pPr>
            <a:r>
              <a:rPr sz="1875">
                <a:solidFill>
                  <a:srgbClr val="17243A"/>
                </a:solidFill>
                <a:latin typeface="Calibri"/>
                <a:ea typeface="Calibri"/>
                <a:cs typeface="Calibri"/>
              </a:rPr>
              <a:t>JWT · rutas autenticadas · control por rol pendiente de verificar</a:t>
            </a:r>
          </a:p>
        </p:txBody>
      </p:sp>
    </p:spTree>
    <p:extLst>
      <p:ext uri="{BB962C8B-B14F-4D97-AF65-F5344CB8AC3E}">
        <p14:creationId xmlns:p14="http://schemas.microsoft.com/office/powerpoint/2010/main" val="151447609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B3A56F7F-6D55-427D-9E44-25173B01C031}"/>
              </a:ext>
            </a:extLst>
          </p:cNvPr>
          <p:cNvPicPr>
            <a:picLocks xmlns:a="http://schemas.openxmlformats.org/drawingml/2006/main" noChangeAspect="1"/>
          </p:cNvPicPr>
          <p:nvPr/>
        </p:nvPicPr>
        <p:blipFill>
          <a:blip xmlns:r="http://schemas.openxmlformats.org/officeDocument/2006/relationships" xmlns:a="http://schemas.openxmlformats.org/drawingml/2006/main" r:embed="R4070d04b046a4077"/>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E985FC-E71F-4061-B00B-F071EC6A768D}"/>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8. PRESENTACIÓN DEL PRODUCTO</a:t>
            </a:r>
          </a:p>
        </p:txBody>
      </p:sp>
      <p:sp>
        <p:nvSpPr>
          <p:cNvPr id="3" name="">
            <a:extLst xmlns:a="http://schemas.openxmlformats.org/drawingml/2006/main">
              <a:ext uri="{FF2B5EF4-FFF2-40B4-BE49-F238E27FC236}">
                <a16:creationId xmlns:a16="http://schemas.microsoft.com/office/drawing/2014/main" id="{3DAA8F61-8D57-4A73-99A3-9A4BEC2EE23A}"/>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Prueba inicial del OCR con modelo base</a:t>
            </a:r>
          </a:p>
        </p:txBody>
      </p:sp>
      <p:sp>
        <p:nvSpPr>
          <p:cNvPr id="4" name="">
            <a:extLst xmlns:a="http://schemas.openxmlformats.org/drawingml/2006/main">
              <a:ext uri="{FF2B5EF4-FFF2-40B4-BE49-F238E27FC236}">
                <a16:creationId xmlns:a16="http://schemas.microsoft.com/office/drawing/2014/main" id="{2DAC1C55-4AE2-4743-B40A-12263923EA67}"/>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B00E9E4D-CCE0-434B-AA5F-61CC046049C1}"/>
              </a:ext>
            </a:extLst>
          </p:cNvPr>
          <p:cNvSpPr>
            <a:spLocks xmlns:a="http://schemas.openxmlformats.org/drawingml/2006/main" noGrp="1"/>
          </p:cNvSpPr>
          <p:nvPr/>
        </p:nvSpPr>
        <p:spPr>
          <a:xfrm xmlns:a="http://schemas.openxmlformats.org/drawingml/2006/main">
            <a:off x="1524000" y="2619375"/>
            <a:ext cx="7000875" cy="2476500"/>
          </a:xfrm>
          <a:prstGeom xmlns:a="http://schemas.openxmlformats.org/drawingml/2006/main" prst="roundRect">
            <a:avLst>
              <a:gd name="adj" fmla="val 6923"/>
            </a:avLst>
          </a:prstGeom>
          <a:solidFill xmlns:a="http://schemas.openxmlformats.org/drawingml/2006/main">
            <a:srgbClr val="FFFFFF"/>
          </a:solidFill>
          <a:ln xmlns:a="http://schemas.openxmlformats.org/drawingml/2006/main" w="14288">
            <a:solidFill>
              <a:srgbClr val="D8E1EB"/>
            </a:solidFill>
            <a:prstDash val="solid"/>
          </a:ln>
        </p:spPr>
      </p:sp>
      <p:sp>
        <p:nvSpPr>
          <p:cNvPr id="6" name="">
            <a:extLst xmlns:a="http://schemas.openxmlformats.org/drawingml/2006/main">
              <a:ext uri="{FF2B5EF4-FFF2-40B4-BE49-F238E27FC236}">
                <a16:creationId xmlns:a16="http://schemas.microsoft.com/office/drawing/2014/main" id="{91194A36-F2CF-4571-B096-9F462C716541}"/>
              </a:ext>
            </a:extLst>
          </p:cNvPr>
          <p:cNvSpPr>
            <a:spLocks xmlns:a="http://schemas.openxmlformats.org/drawingml/2006/main" noGrp="1"/>
          </p:cNvSpPr>
          <p:nvPr/>
        </p:nvSpPr>
        <p:spPr>
          <a:xfrm xmlns:a="http://schemas.openxmlformats.org/drawingml/2006/main">
            <a:off x="1524000" y="2619375"/>
            <a:ext cx="114300" cy="2476500"/>
          </a:xfrm>
          <a:prstGeom xmlns:a="http://schemas.openxmlformats.org/drawingml/2006/main" prst="rect">
            <a:avLst/>
          </a:prstGeom>
          <a:solidFill xmlns:a="http://schemas.openxmlformats.org/drawingml/2006/main">
            <a:srgbClr val="0876B9"/>
          </a:solidFill>
          <a:ln xmlns:a="http://schemas.openxmlformats.org/drawingml/2006/main" w="14288">
            <a:solidFill>
              <a:srgbClr val="0876B9"/>
            </a:solidFill>
            <a:prstDash val="solid"/>
          </a:ln>
        </p:spPr>
      </p:sp>
      <p:sp>
        <p:nvSpPr>
          <p:cNvPr id="7" name="">
            <a:extLst xmlns:a="http://schemas.openxmlformats.org/drawingml/2006/main">
              <a:ext uri="{FF2B5EF4-FFF2-40B4-BE49-F238E27FC236}">
                <a16:creationId xmlns:a16="http://schemas.microsoft.com/office/drawing/2014/main" id="{E58E7623-9634-4F4C-A3BF-EF9A8F28DF3C}"/>
              </a:ext>
            </a:extLst>
          </p:cNvPr>
          <p:cNvSpPr>
            <a:spLocks xmlns:a="http://schemas.openxmlformats.org/drawingml/2006/main" noGrp="1"/>
          </p:cNvSpPr>
          <p:nvPr/>
        </p:nvSpPr>
        <p:spPr>
          <a:xfrm xmlns:a="http://schemas.openxmlformats.org/drawingml/2006/main">
            <a:off x="1809750" y="2828925"/>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Resultado del piloto inicial</a:t>
            </a:r>
          </a:p>
        </p:txBody>
      </p:sp>
      <p:sp>
        <p:nvSpPr>
          <p:cNvPr id="8" name="">
            <a:extLst xmlns:a="http://schemas.openxmlformats.org/drawingml/2006/main">
              <a:ext uri="{FF2B5EF4-FFF2-40B4-BE49-F238E27FC236}">
                <a16:creationId xmlns:a16="http://schemas.microsoft.com/office/drawing/2014/main" id="{58F4CFE2-2517-4434-B2F4-4E95CF47DFF0}"/>
              </a:ext>
            </a:extLst>
          </p:cNvPr>
          <p:cNvSpPr>
            <a:spLocks xmlns:a="http://schemas.openxmlformats.org/drawingml/2006/main" noGrp="1"/>
          </p:cNvSpPr>
          <p:nvPr/>
        </p:nvSpPr>
        <p:spPr>
          <a:xfrm xmlns:a="http://schemas.openxmlformats.org/drawingml/2006/main">
            <a:off x="1809750" y="3419475"/>
            <a:ext cx="644842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062"/>
          </a:bodyPr>
          <a:lstStyle xmlns:a="http://schemas.openxmlformats.org/drawingml/2006/main">
            <a:defPPr algn="l">
              <a:defRPr sz="1875">
                <a:solidFill>
                  <a:srgbClr val="17243A"/>
                </a:solidFill>
                <a:latin typeface="Calibri"/>
                <a:ea typeface="Calibri"/>
                <a:cs typeface="Calibri"/>
              </a:defRPr>
            </a:defPPr>
          </a:lstStyle>
          <a:p xmlns:a="http://schemas.openxmlformats.org/drawingml/2006/main">
            <a:pPr algn="l">
              <a:lnSpc>
                <a:spcPct val="108000"/>
              </a:lnSpc>
              <a:buNone/>
              <a:defRPr sz="1875">
                <a:solidFill>
                  <a:srgbClr val="17243A"/>
                </a:solidFill>
                <a:latin typeface="Calibri"/>
                <a:ea typeface="Calibri"/>
                <a:cs typeface="Calibri"/>
              </a:defRPr>
            </a:pPr>
            <a:r>
              <a:rPr sz="1875">
                <a:solidFill>
                  <a:srgbClr val="17243A"/>
                </a:solidFill>
                <a:latin typeface="Calibri"/>
                <a:ea typeface="Calibri"/>
                <a:cs typeface="Calibri"/>
              </a:rPr>
              <a:t>Referencias manuales: WUF62C y HXF05F</a:t>
            </a:r>
          </a:p>
          <a:p xmlns:a="http://schemas.openxmlformats.org/drawingml/2006/main">
            <a:pPr algn="l">
              <a:lnSpc>
                <a:spcPct val="108000"/>
              </a:lnSpc>
              <a:buNone/>
              <a:defRPr sz="1875">
                <a:solidFill>
                  <a:srgbClr val="17243A"/>
                </a:solidFill>
                <a:latin typeface="Calibri"/>
                <a:ea typeface="Calibri"/>
                <a:cs typeface="Calibri"/>
              </a:defRPr>
            </a:pPr>
            <a:r>
              <a:rPr sz="1875">
                <a:solidFill>
                  <a:srgbClr val="17243A"/>
                </a:solidFill>
                <a:latin typeface="Calibri"/>
                <a:ea typeface="Calibri"/>
                <a:cs typeface="Calibri"/>
              </a:rPr>
              <a:t>Modelo YOLOv8n COCO sin ajuste</a:t>
            </a:r>
          </a:p>
          <a:p xmlns:a="http://schemas.openxmlformats.org/drawingml/2006/main">
            <a:pPr algn="l">
              <a:lnSpc>
                <a:spcPct val="108000"/>
              </a:lnSpc>
              <a:buNone/>
              <a:defRPr sz="1875">
                <a:solidFill>
                  <a:srgbClr val="17243A"/>
                </a:solidFill>
                <a:latin typeface="Calibri"/>
                <a:ea typeface="Calibri"/>
                <a:cs typeface="Calibri"/>
              </a:defRPr>
            </a:pPr>
            <a:r>
              <a:rPr sz="1875">
                <a:solidFill>
                  <a:srgbClr val="17243A"/>
                </a:solidFill>
                <a:latin typeface="Calibri"/>
                <a:ea typeface="Calibri"/>
                <a:cs typeface="Calibri"/>
              </a:rPr>
              <a:t>Coincidencia exacta: 0/2 fotos</a:t>
            </a:r>
          </a:p>
          <a:p xmlns:a="http://schemas.openxmlformats.org/drawingml/2006/main">
            <a:pPr algn="l">
              <a:lnSpc>
                <a:spcPct val="108000"/>
              </a:lnSpc>
              <a:buNone/>
              <a:defRPr sz="1875">
                <a:solidFill>
                  <a:srgbClr val="17243A"/>
                </a:solidFill>
                <a:latin typeface="Calibri"/>
                <a:ea typeface="Calibri"/>
                <a:cs typeface="Calibri"/>
              </a:defRPr>
            </a:pPr>
            <a:r>
              <a:rPr sz="1875">
                <a:solidFill>
                  <a:srgbClr val="17243A"/>
                </a:solidFill>
                <a:latin typeface="Calibri"/>
                <a:ea typeface="Calibri"/>
                <a:cs typeface="Calibri"/>
              </a:rPr>
              <a:t>10 repeticiones: 0/10 exactas</a:t>
            </a:r>
          </a:p>
          <a:p xmlns:a="http://schemas.openxmlformats.org/drawingml/2006/main">
            <a:pPr algn="l">
              <a:lnSpc>
                <a:spcPct val="108000"/>
              </a:lnSpc>
              <a:buNone/>
              <a:defRPr sz="1875">
                <a:solidFill>
                  <a:srgbClr val="17243A"/>
                </a:solidFill>
                <a:latin typeface="Calibri"/>
                <a:ea typeface="Calibri"/>
                <a:cs typeface="Calibri"/>
              </a:defRPr>
            </a:pPr>
            <a:r>
              <a:rPr sz="1875">
                <a:solidFill>
                  <a:srgbClr val="17243A"/>
                </a:solidFill>
                <a:latin typeface="Calibri"/>
                <a:ea typeface="Calibri"/>
                <a:cs typeface="Calibri"/>
              </a:rPr>
              <a:t>Lecturas: WUF262 y XFS05F</a:t>
            </a:r>
          </a:p>
        </p:txBody>
      </p:sp>
      <p:sp>
        <p:nvSpPr>
          <p:cNvPr id="9" name="">
            <a:extLst xmlns:a="http://schemas.openxmlformats.org/drawingml/2006/main">
              <a:ext uri="{FF2B5EF4-FFF2-40B4-BE49-F238E27FC236}">
                <a16:creationId xmlns:a16="http://schemas.microsoft.com/office/drawing/2014/main" id="{A76AF255-1238-48B7-991B-00D96723A341}"/>
              </a:ext>
            </a:extLst>
          </p:cNvPr>
          <p:cNvSpPr>
            <a:spLocks xmlns:a="http://schemas.openxmlformats.org/drawingml/2006/main" noGrp="1"/>
          </p:cNvSpPr>
          <p:nvPr/>
        </p:nvSpPr>
        <p:spPr>
          <a:xfrm xmlns:a="http://schemas.openxmlformats.org/drawingml/2006/main">
            <a:off x="9525000" y="2619375"/>
            <a:ext cx="7000875" cy="2476500"/>
          </a:xfrm>
          <a:prstGeom xmlns:a="http://schemas.openxmlformats.org/drawingml/2006/main" prst="roundRect">
            <a:avLst>
              <a:gd name="adj" fmla="val 6923"/>
            </a:avLst>
          </a:prstGeom>
          <a:solidFill xmlns:a="http://schemas.openxmlformats.org/drawingml/2006/main">
            <a:srgbClr val="FFFFFF"/>
          </a:solidFill>
          <a:ln xmlns:a="http://schemas.openxmlformats.org/drawingml/2006/main" w="14288">
            <a:solidFill>
              <a:srgbClr val="D8E1EB"/>
            </a:solidFill>
            <a:prstDash val="solid"/>
          </a:ln>
        </p:spPr>
      </p:sp>
      <p:sp>
        <p:nvSpPr>
          <p:cNvPr id="10" name="">
            <a:extLst xmlns:a="http://schemas.openxmlformats.org/drawingml/2006/main">
              <a:ext uri="{FF2B5EF4-FFF2-40B4-BE49-F238E27FC236}">
                <a16:creationId xmlns:a16="http://schemas.microsoft.com/office/drawing/2014/main" id="{588127C1-9D5A-4AF6-8363-AAE998099C9C}"/>
              </a:ext>
            </a:extLst>
          </p:cNvPr>
          <p:cNvSpPr>
            <a:spLocks xmlns:a="http://schemas.openxmlformats.org/drawingml/2006/main" noGrp="1"/>
          </p:cNvSpPr>
          <p:nvPr/>
        </p:nvSpPr>
        <p:spPr>
          <a:xfrm xmlns:a="http://schemas.openxmlformats.org/drawingml/2006/main">
            <a:off x="9525000" y="2619375"/>
            <a:ext cx="114300" cy="2476500"/>
          </a:xfrm>
          <a:prstGeom xmlns:a="http://schemas.openxmlformats.org/drawingml/2006/main" prst="rect">
            <a:avLst/>
          </a:prstGeom>
          <a:solidFill xmlns:a="http://schemas.openxmlformats.org/drawingml/2006/main">
            <a:srgbClr val="F28C28"/>
          </a:solidFill>
          <a:ln xmlns:a="http://schemas.openxmlformats.org/drawingml/2006/main" w="14288">
            <a:solidFill>
              <a:srgbClr val="F28C28"/>
            </a:solidFill>
            <a:prstDash val="solid"/>
          </a:ln>
        </p:spPr>
      </p:sp>
      <p:sp>
        <p:nvSpPr>
          <p:cNvPr id="11" name="">
            <a:extLst xmlns:a="http://schemas.openxmlformats.org/drawingml/2006/main">
              <a:ext uri="{FF2B5EF4-FFF2-40B4-BE49-F238E27FC236}">
                <a16:creationId xmlns:a16="http://schemas.microsoft.com/office/drawing/2014/main" id="{775922B2-5445-4697-9E9A-9C6AF9F694B3}"/>
              </a:ext>
            </a:extLst>
          </p:cNvPr>
          <p:cNvSpPr>
            <a:spLocks xmlns:a="http://schemas.openxmlformats.org/drawingml/2006/main" noGrp="1"/>
          </p:cNvSpPr>
          <p:nvPr/>
        </p:nvSpPr>
        <p:spPr>
          <a:xfrm xmlns:a="http://schemas.openxmlformats.org/drawingml/2006/main">
            <a:off x="9810750" y="2828925"/>
            <a:ext cx="647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lnSpc>
                <a:spcPct val="105000"/>
              </a:lnSpc>
              <a:buNone/>
              <a:defRPr sz="2175" b="1">
                <a:solidFill>
                  <a:srgbClr val="122A51"/>
                </a:solidFill>
                <a:latin typeface="Calibri"/>
                <a:ea typeface="Calibri"/>
                <a:cs typeface="Calibri"/>
              </a:defRPr>
            </a:pPr>
            <a:r>
              <a:rPr sz="2175" b="1">
                <a:solidFill>
                  <a:srgbClr val="122A51"/>
                </a:solidFill>
                <a:latin typeface="Calibri"/>
                <a:ea typeface="Calibri"/>
                <a:cs typeface="Calibri"/>
              </a:rPr>
              <a:t>Prueba local en CPU</a:t>
            </a:r>
          </a:p>
        </p:txBody>
      </p:sp>
      <p:sp>
        <p:nvSpPr>
          <p:cNvPr id="12" name="">
            <a:extLst xmlns:a="http://schemas.openxmlformats.org/drawingml/2006/main">
              <a:ext uri="{FF2B5EF4-FFF2-40B4-BE49-F238E27FC236}">
                <a16:creationId xmlns:a16="http://schemas.microsoft.com/office/drawing/2014/main" id="{E77733C9-F42B-439A-BD2F-F86B7B2CDBED}"/>
              </a:ext>
            </a:extLst>
          </p:cNvPr>
          <p:cNvSpPr>
            <a:spLocks xmlns:a="http://schemas.openxmlformats.org/drawingml/2006/main" noGrp="1"/>
          </p:cNvSpPr>
          <p:nvPr/>
        </p:nvSpPr>
        <p:spPr>
          <a:xfrm xmlns:a="http://schemas.openxmlformats.org/drawingml/2006/main">
            <a:off x="9810750" y="3419475"/>
            <a:ext cx="6448425"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062"/>
          </a:bodyPr>
          <a:lstStyle xmlns:a="http://schemas.openxmlformats.org/drawingml/2006/main">
            <a:defPPr algn="l">
              <a:defRPr sz="1875">
                <a:solidFill>
                  <a:srgbClr val="17243A"/>
                </a:solidFill>
                <a:latin typeface="Calibri"/>
                <a:ea typeface="Calibri"/>
                <a:cs typeface="Calibri"/>
              </a:defRPr>
            </a:defPPr>
          </a:lstStyle>
          <a:p xmlns:a="http://schemas.openxmlformats.org/drawingml/2006/main">
            <a:pPr algn="l">
              <a:lnSpc>
                <a:spcPct val="108000"/>
              </a:lnSpc>
              <a:buNone/>
              <a:defRPr sz="1875">
                <a:solidFill>
                  <a:srgbClr val="17243A"/>
                </a:solidFill>
                <a:latin typeface="Calibri"/>
                <a:ea typeface="Calibri"/>
                <a:cs typeface="Calibri"/>
              </a:defRPr>
            </a:pPr>
            <a:r>
              <a:rPr sz="1875">
                <a:solidFill>
                  <a:srgbClr val="17243A"/>
                </a:solidFill>
                <a:latin typeface="Calibri"/>
                <a:ea typeface="Calibri"/>
                <a:cs typeface="Calibri"/>
              </a:rPr>
              <a:t>Mediana: 5,62 s por imagen</a:t>
            </a:r>
          </a:p>
          <a:p xmlns:a="http://schemas.openxmlformats.org/drawingml/2006/main">
            <a:pPr algn="l">
              <a:lnSpc>
                <a:spcPct val="108000"/>
              </a:lnSpc>
              <a:buNone/>
              <a:defRPr sz="1875">
                <a:solidFill>
                  <a:srgbClr val="17243A"/>
                </a:solidFill>
                <a:latin typeface="Calibri"/>
                <a:ea typeface="Calibri"/>
                <a:cs typeface="Calibri"/>
              </a:defRPr>
            </a:pPr>
            <a:r>
              <a:rPr sz="1875">
                <a:solidFill>
                  <a:srgbClr val="17243A"/>
                </a:solidFill>
                <a:latin typeface="Calibri"/>
                <a:ea typeface="Calibri"/>
                <a:cs typeface="Calibri"/>
              </a:rPr>
              <a:t>p95: 8,39 s por imagen</a:t>
            </a:r>
          </a:p>
          <a:p xmlns:a="http://schemas.openxmlformats.org/drawingml/2006/main">
            <a:pPr algn="l">
              <a:lnSpc>
                <a:spcPct val="108000"/>
              </a:lnSpc>
              <a:buNone/>
              <a:defRPr sz="1875">
                <a:solidFill>
                  <a:srgbClr val="17243A"/>
                </a:solidFill>
                <a:latin typeface="Calibri"/>
                <a:ea typeface="Calibri"/>
                <a:cs typeface="Calibri"/>
              </a:defRPr>
            </a:pPr>
            <a:r>
              <a:rPr sz="1875">
                <a:solidFill>
                  <a:srgbClr val="17243A"/>
                </a:solidFill>
                <a:latin typeface="Calibri"/>
                <a:ea typeface="Calibri"/>
                <a:cs typeface="Calibri"/>
              </a:rPr>
              <a:t>Media: 5,55 s por imagen</a:t>
            </a:r>
          </a:p>
          <a:p xmlns:a="http://schemas.openxmlformats.org/drawingml/2006/main">
            <a:pPr algn="l">
              <a:lnSpc>
                <a:spcPct val="108000"/>
              </a:lnSpc>
              <a:buNone/>
              <a:defRPr sz="1875">
                <a:solidFill>
                  <a:srgbClr val="17243A"/>
                </a:solidFill>
                <a:latin typeface="Calibri"/>
                <a:ea typeface="Calibri"/>
                <a:cs typeface="Calibri"/>
              </a:defRPr>
            </a:pPr>
            <a:r>
              <a:rPr sz="1875">
                <a:solidFill>
                  <a:srgbClr val="17243A"/>
                </a:solidFill>
                <a:latin typeface="Calibri"/>
                <a:ea typeface="Calibri"/>
                <a:cs typeface="Calibri"/>
              </a:rPr>
              <a:t>YOLOv8n base + EasyOCR</a:t>
            </a:r>
          </a:p>
          <a:p xmlns:a="http://schemas.openxmlformats.org/drawingml/2006/main">
            <a:pPr algn="l">
              <a:lnSpc>
                <a:spcPct val="108000"/>
              </a:lnSpc>
              <a:buNone/>
              <a:defRPr sz="1875">
                <a:solidFill>
                  <a:srgbClr val="17243A"/>
                </a:solidFill>
                <a:latin typeface="Calibri"/>
                <a:ea typeface="Calibri"/>
                <a:cs typeface="Calibri"/>
              </a:defRPr>
            </a:pPr>
            <a:r>
              <a:rPr sz="1875">
                <a:solidFill>
                  <a:srgbClr val="17243A"/>
                </a:solidFill>
                <a:latin typeface="Calibri"/>
                <a:ea typeface="Calibri"/>
                <a:cs typeface="Calibri"/>
              </a:rPr>
              <a:t>Inicio excluido</a:t>
            </a:r>
          </a:p>
        </p:txBody>
      </p:sp>
      <p:sp>
        <p:nvSpPr>
          <p:cNvPr id="13" name="">
            <a:extLst xmlns:a="http://schemas.openxmlformats.org/drawingml/2006/main">
              <a:ext uri="{FF2B5EF4-FFF2-40B4-BE49-F238E27FC236}">
                <a16:creationId xmlns:a16="http://schemas.microsoft.com/office/drawing/2014/main" id="{C1723771-7002-45E7-A3C8-6986533AC28B}"/>
              </a:ext>
            </a:extLst>
          </p:cNvPr>
          <p:cNvSpPr>
            <a:spLocks xmlns:a="http://schemas.openxmlformats.org/drawingml/2006/main" noGrp="1"/>
          </p:cNvSpPr>
          <p:nvPr/>
        </p:nvSpPr>
        <p:spPr>
          <a:xfrm xmlns:a="http://schemas.openxmlformats.org/drawingml/2006/main">
            <a:off x="2476500" y="6096000"/>
            <a:ext cx="13049250" cy="1143000"/>
          </a:xfrm>
          <a:prstGeom xmlns:a="http://schemas.openxmlformats.org/drawingml/2006/main" prst="roundRect">
            <a:avLst>
              <a:gd name="adj" fmla="val 15000"/>
            </a:avLst>
          </a:prstGeom>
          <a:solidFill xmlns:a="http://schemas.openxmlformats.org/drawingml/2006/main">
            <a:srgbClr val="FFF6E9"/>
          </a:solidFill>
          <a:ln xmlns:a="http://schemas.openxmlformats.org/drawingml/2006/main" w="14288">
            <a:solidFill>
              <a:srgbClr val="EBD3B5"/>
            </a:solidFill>
            <a:prstDash val="solid"/>
          </a:ln>
        </p:spPr>
      </p:sp>
      <p:sp>
        <p:nvSpPr>
          <p:cNvPr id="14" name="">
            <a:extLst xmlns:a="http://schemas.openxmlformats.org/drawingml/2006/main">
              <a:ext uri="{FF2B5EF4-FFF2-40B4-BE49-F238E27FC236}">
                <a16:creationId xmlns:a16="http://schemas.microsoft.com/office/drawing/2014/main" id="{ABD2BF8D-CBFD-4847-B3CC-762305A1684E}"/>
              </a:ext>
            </a:extLst>
          </p:cNvPr>
          <p:cNvSpPr>
            <a:spLocks xmlns:a="http://schemas.openxmlformats.org/drawingml/2006/main" noGrp="1"/>
          </p:cNvSpPr>
          <p:nvPr/>
        </p:nvSpPr>
        <p:spPr>
          <a:xfrm xmlns:a="http://schemas.openxmlformats.org/drawingml/2006/main">
            <a:off x="3000375" y="6419850"/>
            <a:ext cx="1200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122A51"/>
                </a:solidFill>
                <a:latin typeface="Calibri"/>
                <a:ea typeface="Calibri"/>
                <a:cs typeface="Calibri"/>
              </a:defRPr>
            </a:defPPr>
          </a:lstStyle>
          <a:p xmlns:a="http://schemas.openxmlformats.org/drawingml/2006/main">
            <a:pPr algn="ctr">
              <a:lnSpc>
                <a:spcPct val="105000"/>
              </a:lnSpc>
              <a:buNone/>
              <a:defRPr sz="2100" b="1">
                <a:solidFill>
                  <a:srgbClr val="122A51"/>
                </a:solidFill>
                <a:latin typeface="Calibri"/>
                <a:ea typeface="Calibri"/>
                <a:cs typeface="Calibri"/>
              </a:defRPr>
            </a:pPr>
            <a:r>
              <a:rPr sz="2100" b="1">
                <a:solidFill>
                  <a:srgbClr val="122A51"/>
                </a:solidFill>
                <a:latin typeface="Calibri"/>
                <a:ea typeface="Calibri"/>
                <a:cs typeface="Calibri"/>
              </a:rPr>
              <a:t>Resultado histórico anterior al entrenamiento; no describe el detector evaluado a continuación.</a:t>
            </a:r>
          </a:p>
        </p:txBody>
      </p:sp>
    </p:spTree>
    <p:extLst>
      <p:ext uri="{BB962C8B-B14F-4D97-AF65-F5344CB8AC3E}">
        <p14:creationId xmlns:p14="http://schemas.microsoft.com/office/powerpoint/2010/main" val="83577062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58D88955-E18F-4FEF-80CB-783376F68E3C}"/>
              </a:ext>
            </a:extLst>
          </p:cNvPr>
          <p:cNvPicPr>
            <a:picLocks xmlns:a="http://schemas.openxmlformats.org/drawingml/2006/main" noChangeAspect="1"/>
          </p:cNvPicPr>
          <p:nvPr/>
        </p:nvPicPr>
        <p:blipFill>
          <a:blip xmlns:r="http://schemas.openxmlformats.org/officeDocument/2006/relationships" xmlns:a="http://schemas.openxmlformats.org/drawingml/2006/main" r:embed="R8b7c82edb2204615"/>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section-heading">
            <a:extLst xmlns:a="http://schemas.openxmlformats.org/drawingml/2006/main">
              <a:ext uri="{FF2B5EF4-FFF2-40B4-BE49-F238E27FC236}">
                <a16:creationId xmlns:a16="http://schemas.microsoft.com/office/drawing/2014/main" id="{F42431EC-2DA5-4EDE-9164-A492307443DB}"/>
              </a:ext>
            </a:extLst>
          </p:cNvPr>
          <p:cNvSpPr>
            <a:spLocks xmlns:a="http://schemas.openxmlformats.org/drawingml/2006/main" noGrp="1"/>
          </p:cNvSpPr>
          <p:nvPr/>
        </p:nvSpPr>
        <p:spPr>
          <a:xfrm xmlns:a="http://schemas.openxmlformats.org/drawingml/2006/main">
            <a:off x="4000500" y="666750"/>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defRPr sz="1650" b="1">
                <a:solidFill>
                  <a:srgbClr val="0876B9"/>
                </a:solidFill>
                <a:latin typeface="Calibri"/>
                <a:ea typeface="Calibri"/>
                <a:cs typeface="Calibri"/>
              </a:defRPr>
            </a:pPr>
            <a:r>
              <a:rPr sz="1650" b="1">
                <a:solidFill>
                  <a:srgbClr val="0876B9"/>
                </a:solidFill>
                <a:latin typeface="Calibri"/>
                <a:ea typeface="Calibri"/>
                <a:cs typeface="Calibri"/>
              </a:rPr>
              <a:t>9. VALIDACIÓN DEL MODELO</a:t>
            </a:r>
          </a:p>
        </p:txBody>
      </p:sp>
      <p:sp>
        <p:nvSpPr>
          <p:cNvPr id="3" name="slide-title">
            <a:extLst xmlns:a="http://schemas.openxmlformats.org/drawingml/2006/main">
              <a:ext uri="{FF2B5EF4-FFF2-40B4-BE49-F238E27FC236}">
                <a16:creationId xmlns:a16="http://schemas.microsoft.com/office/drawing/2014/main" id="{FF02F0E2-25B2-48C2-8A40-365293D0AE45}"/>
              </a:ext>
            </a:extLst>
          </p:cNvPr>
          <p:cNvSpPr>
            <a:spLocks xmlns:a="http://schemas.openxmlformats.org/drawingml/2006/main" noGrp="1"/>
          </p:cNvSpPr>
          <p:nvPr/>
        </p:nvSpPr>
        <p:spPr>
          <a:xfrm xmlns:a="http://schemas.openxmlformats.org/drawingml/2006/main">
            <a:off x="4000500" y="1619250"/>
            <a:ext cx="13049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defRPr sz="3450" b="1">
                <a:solidFill>
                  <a:srgbClr val="0876B9"/>
                </a:solidFill>
                <a:latin typeface="Calibri"/>
                <a:ea typeface="Calibri"/>
                <a:cs typeface="Calibri"/>
              </a:defRPr>
            </a:pPr>
            <a:r>
              <a:rPr sz="3450" b="1">
                <a:solidFill>
                  <a:srgbClr val="0876B9"/>
                </a:solidFill>
                <a:latin typeface="Calibri"/>
                <a:ea typeface="Calibri"/>
                <a:cs typeface="Calibri"/>
              </a:rPr>
              <a:t>Evaluación del detector de placas</a:t>
            </a:r>
          </a:p>
        </p:txBody>
      </p:sp>
      <p:sp>
        <p:nvSpPr>
          <p:cNvPr id="4" name="slide-footer">
            <a:extLst xmlns:a="http://schemas.openxmlformats.org/drawingml/2006/main">
              <a:ext uri="{FF2B5EF4-FFF2-40B4-BE49-F238E27FC236}">
                <a16:creationId xmlns:a16="http://schemas.microsoft.com/office/drawing/2014/main" id="{57EE2200-7254-4A97-8C37-6338554E7261}"/>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E35F4FCE-9440-4A88-A3C6-742CA5CA8FA4}"/>
              </a:ext>
            </a:extLst>
          </p:cNvPr>
          <p:cNvSpPr>
            <a:spLocks xmlns:a="http://schemas.openxmlformats.org/drawingml/2006/main" noGrp="1"/>
          </p:cNvSpPr>
          <p:nvPr/>
        </p:nvSpPr>
        <p:spPr>
          <a:xfrm xmlns:a="http://schemas.openxmlformats.org/drawingml/2006/main">
            <a:off x="1524000" y="2781300"/>
            <a:ext cx="7000875" cy="3333750"/>
          </a:xfrm>
          <a:prstGeom xmlns:a="http://schemas.openxmlformats.org/drawingml/2006/main" prst="roundRect">
            <a:avLst>
              <a:gd name="adj" fmla="val 6286"/>
            </a:avLst>
          </a:prstGeom>
          <a:solidFill xmlns:a="http://schemas.openxmlformats.org/drawingml/2006/main">
            <a:srgbClr val="FFFFFF"/>
          </a:solidFill>
          <a:ln xmlns:a="http://schemas.openxmlformats.org/drawingml/2006/main" w="14288">
            <a:solidFill>
              <a:srgbClr val="D8E1EB"/>
            </a:solidFill>
            <a:prstDash val="solid"/>
          </a:ln>
        </p:spPr>
      </p:sp>
      <p:sp>
        <p:nvSpPr>
          <p:cNvPr id="6" name="">
            <a:extLst xmlns:a="http://schemas.openxmlformats.org/drawingml/2006/main">
              <a:ext uri="{FF2B5EF4-FFF2-40B4-BE49-F238E27FC236}">
                <a16:creationId xmlns:a16="http://schemas.microsoft.com/office/drawing/2014/main" id="{5FECF424-5D32-455A-A4E5-00405401363B}"/>
              </a:ext>
            </a:extLst>
          </p:cNvPr>
          <p:cNvSpPr>
            <a:spLocks xmlns:a="http://schemas.openxmlformats.org/drawingml/2006/main" noGrp="1"/>
          </p:cNvSpPr>
          <p:nvPr/>
        </p:nvSpPr>
        <p:spPr>
          <a:xfrm xmlns:a="http://schemas.openxmlformats.org/drawingml/2006/main">
            <a:off x="1524000" y="2781300"/>
            <a:ext cx="114300" cy="3333750"/>
          </a:xfrm>
          <a:prstGeom xmlns:a="http://schemas.openxmlformats.org/drawingml/2006/main" prst="rect">
            <a:avLst/>
          </a:prstGeom>
          <a:solidFill xmlns:a="http://schemas.openxmlformats.org/drawingml/2006/main">
            <a:srgbClr val="0876B9"/>
          </a:solidFill>
          <a:ln xmlns:a="http://schemas.openxmlformats.org/drawingml/2006/main" w="9525">
            <a:solidFill>
              <a:srgbClr val="0876B9"/>
            </a:solidFill>
            <a:prstDash val="solid"/>
          </a:ln>
        </p:spPr>
      </p:sp>
      <p:sp>
        <p:nvSpPr>
          <p:cNvPr id="7" name="metrics-heading">
            <a:extLst xmlns:a="http://schemas.openxmlformats.org/drawingml/2006/main">
              <a:ext uri="{FF2B5EF4-FFF2-40B4-BE49-F238E27FC236}">
                <a16:creationId xmlns:a16="http://schemas.microsoft.com/office/drawing/2014/main" id="{521B0DFB-F2DA-4C93-99BB-5815DB98F2AF}"/>
              </a:ext>
            </a:extLst>
          </p:cNvPr>
          <p:cNvSpPr>
            <a:spLocks xmlns:a="http://schemas.openxmlformats.org/drawingml/2006/main" noGrp="1"/>
          </p:cNvSpPr>
          <p:nvPr/>
        </p:nvSpPr>
        <p:spPr>
          <a:xfrm xmlns:a="http://schemas.openxmlformats.org/drawingml/2006/main">
            <a:off x="1809750" y="3009900"/>
            <a:ext cx="6429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defRPr sz="2175" b="1">
                <a:solidFill>
                  <a:srgbClr val="122A51"/>
                </a:solidFill>
                <a:latin typeface="Calibri"/>
                <a:ea typeface="Calibri"/>
                <a:cs typeface="Calibri"/>
              </a:defRPr>
            </a:pPr>
            <a:r>
              <a:rPr sz="2175" b="1">
                <a:solidFill>
                  <a:srgbClr val="122A51"/>
                </a:solidFill>
                <a:latin typeface="Calibri"/>
                <a:ea typeface="Calibri"/>
                <a:cs typeface="Calibri"/>
              </a:rPr>
              <a:t>Métricas en el conjunto test</a:t>
            </a:r>
          </a:p>
        </p:txBody>
      </p:sp>
      <p:sp>
        <p:nvSpPr>
          <p:cNvPr id="8" name="metrics-values">
            <a:extLst xmlns:a="http://schemas.openxmlformats.org/drawingml/2006/main">
              <a:ext uri="{FF2B5EF4-FFF2-40B4-BE49-F238E27FC236}">
                <a16:creationId xmlns:a16="http://schemas.microsoft.com/office/drawing/2014/main" id="{1231E897-C4B4-483D-BABF-8A29F98691E7}"/>
              </a:ext>
            </a:extLst>
          </p:cNvPr>
          <p:cNvSpPr>
            <a:spLocks xmlns:a="http://schemas.openxmlformats.org/drawingml/2006/main" noGrp="1"/>
          </p:cNvSpPr>
          <p:nvPr/>
        </p:nvSpPr>
        <p:spPr>
          <a:xfrm xmlns:a="http://schemas.openxmlformats.org/drawingml/2006/main">
            <a:off x="1809750" y="3714750"/>
            <a:ext cx="642937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a:solidFill>
                  <a:srgbClr val="17243A"/>
                </a:solidFill>
                <a:latin typeface="Calibri"/>
                <a:ea typeface="Calibri"/>
                <a:cs typeface="Calibri"/>
              </a:defRPr>
            </a:defPPr>
          </a:lstStyle>
          <a:p xmlns:a="http://schemas.openxmlformats.org/drawingml/2006/main">
            <a:pPr algn="l">
              <a:defRPr sz="2100">
                <a:solidFill>
                  <a:srgbClr val="17243A"/>
                </a:solidFill>
                <a:latin typeface="Calibri"/>
                <a:ea typeface="Calibri"/>
                <a:cs typeface="Calibri"/>
              </a:defRPr>
            </a:pPr>
            <a:r>
              <a:rPr sz="2100">
                <a:solidFill>
                  <a:srgbClr val="17243A"/>
                </a:solidFill>
                <a:latin typeface="Calibri"/>
                <a:ea typeface="Calibri"/>
                <a:cs typeface="Calibri"/>
              </a:rPr>
              <a:t>Precisión de detección     95,6 %</a:t>
            </a:r>
          </a:p>
          <a:p xmlns:a="http://schemas.openxmlformats.org/drawingml/2006/main">
            <a:pPr algn="l">
              <a:defRPr sz="2100">
                <a:solidFill>
                  <a:srgbClr val="17243A"/>
                </a:solidFill>
                <a:latin typeface="Calibri"/>
                <a:ea typeface="Calibri"/>
                <a:cs typeface="Calibri"/>
              </a:defRPr>
            </a:pPr>
            <a:r>
              <a:rPr sz="2100">
                <a:solidFill>
                  <a:srgbClr val="17243A"/>
                </a:solidFill>
                <a:latin typeface="Calibri"/>
                <a:ea typeface="Calibri"/>
                <a:cs typeface="Calibri"/>
              </a:rPr>
              <a:t>Recall                              96,8 %</a:t>
            </a:r>
          </a:p>
          <a:p xmlns:a="http://schemas.openxmlformats.org/drawingml/2006/main">
            <a:pPr algn="l">
              <a:defRPr sz="2100">
                <a:solidFill>
                  <a:srgbClr val="17243A"/>
                </a:solidFill>
                <a:latin typeface="Calibri"/>
                <a:ea typeface="Calibri"/>
                <a:cs typeface="Calibri"/>
              </a:defRPr>
            </a:pPr>
            <a:r>
              <a:rPr sz="2100">
                <a:solidFill>
                  <a:srgbClr val="17243A"/>
                </a:solidFill>
                <a:latin typeface="Calibri"/>
                <a:ea typeface="Calibri"/>
                <a:cs typeface="Calibri"/>
              </a:rPr>
              <a:t>mAP@50                           99,0 %</a:t>
            </a:r>
          </a:p>
          <a:p xmlns:a="http://schemas.openxmlformats.org/drawingml/2006/main">
            <a:pPr algn="l">
              <a:defRPr sz="2100">
                <a:solidFill>
                  <a:srgbClr val="17243A"/>
                </a:solidFill>
                <a:latin typeface="Calibri"/>
                <a:ea typeface="Calibri"/>
                <a:cs typeface="Calibri"/>
              </a:defRPr>
            </a:pPr>
            <a:r>
              <a:rPr sz="2100">
                <a:solidFill>
                  <a:srgbClr val="17243A"/>
                </a:solidFill>
                <a:latin typeface="Calibri"/>
                <a:ea typeface="Calibri"/>
                <a:cs typeface="Calibri"/>
              </a:rPr>
              <a:t>mAP@50–95                     88,8 %</a:t>
            </a:r>
          </a:p>
        </p:txBody>
      </p:sp>
      <p:sp>
        <p:nvSpPr>
          <p:cNvPr id="9" name="">
            <a:extLst xmlns:a="http://schemas.openxmlformats.org/drawingml/2006/main">
              <a:ext uri="{FF2B5EF4-FFF2-40B4-BE49-F238E27FC236}">
                <a16:creationId xmlns:a16="http://schemas.microsoft.com/office/drawing/2014/main" id="{85DD7C30-4891-4973-87B8-1961518F4E61}"/>
              </a:ext>
            </a:extLst>
          </p:cNvPr>
          <p:cNvSpPr>
            <a:spLocks xmlns:a="http://schemas.openxmlformats.org/drawingml/2006/main" noGrp="1"/>
          </p:cNvSpPr>
          <p:nvPr/>
        </p:nvSpPr>
        <p:spPr>
          <a:xfrm xmlns:a="http://schemas.openxmlformats.org/drawingml/2006/main">
            <a:off x="9525000" y="2781300"/>
            <a:ext cx="7000875" cy="3333750"/>
          </a:xfrm>
          <a:prstGeom xmlns:a="http://schemas.openxmlformats.org/drawingml/2006/main" prst="roundRect">
            <a:avLst>
              <a:gd name="adj" fmla="val 6286"/>
            </a:avLst>
          </a:prstGeom>
          <a:solidFill xmlns:a="http://schemas.openxmlformats.org/drawingml/2006/main">
            <a:srgbClr val="FFFFFF"/>
          </a:solidFill>
          <a:ln xmlns:a="http://schemas.openxmlformats.org/drawingml/2006/main" w="14288">
            <a:solidFill>
              <a:srgbClr val="D8E1EB"/>
            </a:solidFill>
            <a:prstDash val="solid"/>
          </a:ln>
        </p:spPr>
      </p:sp>
      <p:sp>
        <p:nvSpPr>
          <p:cNvPr id="10" name="">
            <a:extLst xmlns:a="http://schemas.openxmlformats.org/drawingml/2006/main">
              <a:ext uri="{FF2B5EF4-FFF2-40B4-BE49-F238E27FC236}">
                <a16:creationId xmlns:a16="http://schemas.microsoft.com/office/drawing/2014/main" id="{4D84FF2C-3446-42C7-BF4B-C6834CE38746}"/>
              </a:ext>
            </a:extLst>
          </p:cNvPr>
          <p:cNvSpPr>
            <a:spLocks xmlns:a="http://schemas.openxmlformats.org/drawingml/2006/main" noGrp="1"/>
          </p:cNvSpPr>
          <p:nvPr/>
        </p:nvSpPr>
        <p:spPr>
          <a:xfrm xmlns:a="http://schemas.openxmlformats.org/drawingml/2006/main">
            <a:off x="9525000" y="2781300"/>
            <a:ext cx="114300" cy="3333750"/>
          </a:xfrm>
          <a:prstGeom xmlns:a="http://schemas.openxmlformats.org/drawingml/2006/main" prst="rect">
            <a:avLst/>
          </a:prstGeom>
          <a:solidFill xmlns:a="http://schemas.openxmlformats.org/drawingml/2006/main">
            <a:srgbClr val="F28C28"/>
          </a:solidFill>
          <a:ln xmlns:a="http://schemas.openxmlformats.org/drawingml/2006/main" w="9525">
            <a:solidFill>
              <a:srgbClr val="F28C28"/>
            </a:solidFill>
            <a:prstDash val="solid"/>
          </a:ln>
        </p:spPr>
      </p:sp>
      <p:sp>
        <p:nvSpPr>
          <p:cNvPr id="11" name="conditions-heading">
            <a:extLst xmlns:a="http://schemas.openxmlformats.org/drawingml/2006/main">
              <a:ext uri="{FF2B5EF4-FFF2-40B4-BE49-F238E27FC236}">
                <a16:creationId xmlns:a16="http://schemas.microsoft.com/office/drawing/2014/main" id="{44FF288A-C839-40AD-83F2-4176B0CE1975}"/>
              </a:ext>
            </a:extLst>
          </p:cNvPr>
          <p:cNvSpPr>
            <a:spLocks xmlns:a="http://schemas.openxmlformats.org/drawingml/2006/main" noGrp="1"/>
          </p:cNvSpPr>
          <p:nvPr/>
        </p:nvSpPr>
        <p:spPr>
          <a:xfrm xmlns:a="http://schemas.openxmlformats.org/drawingml/2006/main">
            <a:off x="9810750" y="3009900"/>
            <a:ext cx="6429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1">
                <a:solidFill>
                  <a:srgbClr val="122A51"/>
                </a:solidFill>
                <a:latin typeface="Calibri"/>
                <a:ea typeface="Calibri"/>
                <a:cs typeface="Calibri"/>
              </a:defRPr>
            </a:defPPr>
          </a:lstStyle>
          <a:p xmlns:a="http://schemas.openxmlformats.org/drawingml/2006/main">
            <a:pPr algn="l">
              <a:defRPr sz="2175" b="1">
                <a:solidFill>
                  <a:srgbClr val="122A51"/>
                </a:solidFill>
                <a:latin typeface="Calibri"/>
                <a:ea typeface="Calibri"/>
                <a:cs typeface="Calibri"/>
              </a:defRPr>
            </a:pPr>
            <a:r>
              <a:rPr sz="2175" b="1">
                <a:solidFill>
                  <a:srgbClr val="122A51"/>
                </a:solidFill>
                <a:latin typeface="Calibri"/>
                <a:ea typeface="Calibri"/>
                <a:cs typeface="Calibri"/>
              </a:rPr>
              <a:t>Muestra y equipo</a:t>
            </a:r>
          </a:p>
        </p:txBody>
      </p:sp>
      <p:sp>
        <p:nvSpPr>
          <p:cNvPr id="12" name="conditions-values">
            <a:extLst xmlns:a="http://schemas.openxmlformats.org/drawingml/2006/main">
              <a:ext uri="{FF2B5EF4-FFF2-40B4-BE49-F238E27FC236}">
                <a16:creationId xmlns:a16="http://schemas.microsoft.com/office/drawing/2014/main" id="{DFF0EF64-8905-4662-B733-328BBA004EEA}"/>
              </a:ext>
            </a:extLst>
          </p:cNvPr>
          <p:cNvSpPr>
            <a:spLocks xmlns:a="http://schemas.openxmlformats.org/drawingml/2006/main" noGrp="1"/>
          </p:cNvSpPr>
          <p:nvPr/>
        </p:nvSpPr>
        <p:spPr>
          <a:xfrm xmlns:a="http://schemas.openxmlformats.org/drawingml/2006/main">
            <a:off x="9810750" y="3714750"/>
            <a:ext cx="642937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a:solidFill>
                  <a:srgbClr val="17243A"/>
                </a:solidFill>
                <a:latin typeface="Calibri"/>
                <a:ea typeface="Calibri"/>
                <a:cs typeface="Calibri"/>
              </a:defRPr>
            </a:defPPr>
          </a:lstStyle>
          <a:p xmlns:a="http://schemas.openxmlformats.org/drawingml/2006/main">
            <a:pPr algn="l">
              <a:defRPr sz="2025">
                <a:solidFill>
                  <a:srgbClr val="17243A"/>
                </a:solidFill>
                <a:latin typeface="Calibri"/>
                <a:ea typeface="Calibri"/>
                <a:cs typeface="Calibri"/>
              </a:defRPr>
            </a:pPr>
            <a:r>
              <a:rPr sz="2025">
                <a:solidFill>
                  <a:srgbClr val="17243A"/>
                </a:solidFill>
                <a:latin typeface="Calibri"/>
                <a:ea typeface="Calibri"/>
                <a:cs typeface="Calibri"/>
              </a:rPr>
              <a:t>101 imágenes de prueba</a:t>
            </a:r>
          </a:p>
          <a:p xmlns:a="http://schemas.openxmlformats.org/drawingml/2006/main">
            <a:pPr algn="l">
              <a:defRPr sz="2025">
                <a:solidFill>
                  <a:srgbClr val="17243A"/>
                </a:solidFill>
                <a:latin typeface="Calibri"/>
                <a:ea typeface="Calibri"/>
                <a:cs typeface="Calibri"/>
              </a:defRPr>
            </a:pPr>
            <a:r>
              <a:rPr sz="2025">
                <a:solidFill>
                  <a:srgbClr val="17243A"/>
                </a:solidFill>
                <a:latin typeface="Calibri"/>
                <a:ea typeface="Calibri"/>
                <a:cs typeface="Calibri"/>
              </a:rPr>
              <a:t>67 placas anotadas · 34 fondos</a:t>
            </a:r>
          </a:p>
          <a:p xmlns:a="http://schemas.openxmlformats.org/drawingml/2006/main">
            <a:pPr algn="l">
              <a:defRPr sz="2025">
                <a:solidFill>
                  <a:srgbClr val="17243A"/>
                </a:solidFill>
                <a:latin typeface="Calibri"/>
                <a:ea typeface="Calibri"/>
                <a:cs typeface="Calibri"/>
              </a:defRPr>
            </a:pPr>
            <a:r>
              <a:rPr sz="2025">
                <a:solidFill>
                  <a:srgbClr val="17243A"/>
                </a:solidFill>
                <a:latin typeface="Calibri"/>
                <a:ea typeface="Calibri"/>
                <a:cs typeface="Calibri"/>
              </a:rPr>
              <a:t>YOLOv8n ajustado · 640 px</a:t>
            </a:r>
          </a:p>
          <a:p xmlns:a="http://schemas.openxmlformats.org/drawingml/2006/main">
            <a:pPr algn="l">
              <a:defRPr sz="2025">
                <a:solidFill>
                  <a:srgbClr val="17243A"/>
                </a:solidFill>
                <a:latin typeface="Calibri"/>
                <a:ea typeface="Calibri"/>
                <a:cs typeface="Calibri"/>
              </a:defRPr>
            </a:pPr>
            <a:r>
              <a:rPr sz="2025">
                <a:solidFill>
                  <a:srgbClr val="17243A"/>
                </a:solidFill>
                <a:latin typeface="Calibri"/>
                <a:ea typeface="Calibri"/>
                <a:cs typeface="Calibri"/>
              </a:rPr>
              <a:t>NVIDIA RTX 3060 · CUDA 12.8</a:t>
            </a:r>
          </a:p>
          <a:p xmlns:a="http://schemas.openxmlformats.org/drawingml/2006/main">
            <a:pPr algn="l">
              <a:defRPr sz="2025">
                <a:solidFill>
                  <a:srgbClr val="17243A"/>
                </a:solidFill>
                <a:latin typeface="Calibri"/>
                <a:ea typeface="Calibri"/>
                <a:cs typeface="Calibri"/>
              </a:defRPr>
            </a:pPr>
            <a:r>
              <a:rPr sz="2025">
                <a:solidFill>
                  <a:srgbClr val="17243A"/>
                </a:solidFill>
                <a:latin typeface="Calibri"/>
                <a:ea typeface="Calibri"/>
                <a:cs typeface="Calibri"/>
              </a:rPr>
              <a:t>Inferencia: 4,93 ms por imagen</a:t>
            </a:r>
          </a:p>
        </p:txBody>
      </p:sp>
      <p:sp>
        <p:nvSpPr>
          <p:cNvPr id="13" name="">
            <a:extLst xmlns:a="http://schemas.openxmlformats.org/drawingml/2006/main">
              <a:ext uri="{FF2B5EF4-FFF2-40B4-BE49-F238E27FC236}">
                <a16:creationId xmlns:a16="http://schemas.microsoft.com/office/drawing/2014/main" id="{8A7B7F71-D66A-4E29-A0DD-33450C9422CE}"/>
              </a:ext>
            </a:extLst>
          </p:cNvPr>
          <p:cNvSpPr>
            <a:spLocks xmlns:a="http://schemas.openxmlformats.org/drawingml/2006/main" noGrp="1"/>
          </p:cNvSpPr>
          <p:nvPr/>
        </p:nvSpPr>
        <p:spPr>
          <a:xfrm xmlns:a="http://schemas.openxmlformats.org/drawingml/2006/main">
            <a:off x="2381250" y="6762750"/>
            <a:ext cx="13525500" cy="1200150"/>
          </a:xfrm>
          <a:prstGeom xmlns:a="http://schemas.openxmlformats.org/drawingml/2006/main" prst="roundRect">
            <a:avLst>
              <a:gd name="adj" fmla="val 17460"/>
            </a:avLst>
          </a:prstGeom>
          <a:solidFill xmlns:a="http://schemas.openxmlformats.org/drawingml/2006/main">
            <a:srgbClr val="EEF6FB"/>
          </a:solidFill>
          <a:ln xmlns:a="http://schemas.openxmlformats.org/drawingml/2006/main" w="14288">
            <a:solidFill>
              <a:srgbClr val="C8D9E8"/>
            </a:solidFill>
            <a:prstDash val="solid"/>
          </a:ln>
        </p:spPr>
      </p:sp>
      <p:sp>
        <p:nvSpPr>
          <p:cNvPr id="14" name="metrics-limitation">
            <a:extLst xmlns:a="http://schemas.openxmlformats.org/drawingml/2006/main">
              <a:ext uri="{FF2B5EF4-FFF2-40B4-BE49-F238E27FC236}">
                <a16:creationId xmlns:a16="http://schemas.microsoft.com/office/drawing/2014/main" id="{15C96A44-ACB1-4F59-9398-09A88A076589}"/>
              </a:ext>
            </a:extLst>
          </p:cNvPr>
          <p:cNvSpPr>
            <a:spLocks xmlns:a="http://schemas.openxmlformats.org/drawingml/2006/main" noGrp="1"/>
          </p:cNvSpPr>
          <p:nvPr/>
        </p:nvSpPr>
        <p:spPr>
          <a:xfrm xmlns:a="http://schemas.openxmlformats.org/drawingml/2006/main">
            <a:off x="2857500" y="7086600"/>
            <a:ext cx="1257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875" b="1">
                <a:solidFill>
                  <a:srgbClr val="122A51"/>
                </a:solidFill>
                <a:latin typeface="Calibri"/>
                <a:ea typeface="Calibri"/>
                <a:cs typeface="Calibri"/>
              </a:defRPr>
            </a:defPPr>
          </a:lstStyle>
          <a:p xmlns:a="http://schemas.openxmlformats.org/drawingml/2006/main">
            <a:pPr algn="ctr">
              <a:defRPr sz="1875" b="1">
                <a:solidFill>
                  <a:srgbClr val="122A51"/>
                </a:solidFill>
                <a:latin typeface="Calibri"/>
                <a:ea typeface="Calibri"/>
                <a:cs typeface="Calibri"/>
              </a:defRPr>
            </a:pPr>
            <a:r>
              <a:rPr sz="1875" b="1">
                <a:solidFill>
                  <a:srgbClr val="122A51"/>
                </a:solidFill>
                <a:latin typeface="Calibri"/>
                <a:ea typeface="Calibri"/>
                <a:cs typeface="Calibri"/>
              </a:rPr>
              <a:t>Las métricas evalúan la localización de cajas. No miden exactitud OCR ni desempeño en las cámaras del campus.</a:t>
            </a:r>
          </a:p>
        </p:txBody>
      </p:sp>
    </p:spTree>
    <p:extLst>
      <p:ext uri="{BB962C8B-B14F-4D97-AF65-F5344CB8AC3E}">
        <p14:creationId xmlns:p14="http://schemas.microsoft.com/office/powerpoint/2010/main" val="142225575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9A8138A-69CE-48F4-B456-470C655AE2E2}"/>
              </a:ext>
            </a:extLst>
          </p:cNvPr>
          <p:cNvPicPr>
            <a:picLocks xmlns:a="http://schemas.openxmlformats.org/drawingml/2006/main" noChangeAspect="1"/>
          </p:cNvPicPr>
          <p:nvPr/>
        </p:nvPicPr>
        <p:blipFill>
          <a:blip xmlns:r="http://schemas.openxmlformats.org/officeDocument/2006/relationships" xmlns:a="http://schemas.openxmlformats.org/drawingml/2006/main" r:embed="R50babda355ae49b8"/>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section-heading">
            <a:extLst xmlns:a="http://schemas.openxmlformats.org/drawingml/2006/main">
              <a:ext uri="{FF2B5EF4-FFF2-40B4-BE49-F238E27FC236}">
                <a16:creationId xmlns:a16="http://schemas.microsoft.com/office/drawing/2014/main" id="{4D2BE7A5-276F-46F6-B396-58012627D8F4}"/>
              </a:ext>
            </a:extLst>
          </p:cNvPr>
          <p:cNvSpPr>
            <a:spLocks xmlns:a="http://schemas.openxmlformats.org/drawingml/2006/main" noGrp="1"/>
          </p:cNvSpPr>
          <p:nvPr/>
        </p:nvSpPr>
        <p:spPr>
          <a:xfrm xmlns:a="http://schemas.openxmlformats.org/drawingml/2006/main">
            <a:off x="4000500" y="666750"/>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defRPr sz="1650" b="1">
                <a:solidFill>
                  <a:srgbClr val="0876B9"/>
                </a:solidFill>
                <a:latin typeface="Calibri"/>
                <a:ea typeface="Calibri"/>
                <a:cs typeface="Calibri"/>
              </a:defRPr>
            </a:pPr>
            <a:r>
              <a:rPr sz="1650" b="1">
                <a:solidFill>
                  <a:srgbClr val="0876B9"/>
                </a:solidFill>
                <a:latin typeface="Calibri"/>
                <a:ea typeface="Calibri"/>
                <a:cs typeface="Calibri"/>
              </a:rPr>
              <a:t>8. PRESENTACIÓN DEL PRODUCTO</a:t>
            </a:r>
          </a:p>
        </p:txBody>
      </p:sp>
      <p:sp>
        <p:nvSpPr>
          <p:cNvPr id="3" name="slide-title">
            <a:extLst xmlns:a="http://schemas.openxmlformats.org/drawingml/2006/main">
              <a:ext uri="{FF2B5EF4-FFF2-40B4-BE49-F238E27FC236}">
                <a16:creationId xmlns:a16="http://schemas.microsoft.com/office/drawing/2014/main" id="{9C1E0161-935E-46F1-88E2-3556DD94D52E}"/>
              </a:ext>
            </a:extLst>
          </p:cNvPr>
          <p:cNvSpPr>
            <a:spLocks xmlns:a="http://schemas.openxmlformats.org/drawingml/2006/main" noGrp="1"/>
          </p:cNvSpPr>
          <p:nvPr/>
        </p:nvSpPr>
        <p:spPr>
          <a:xfrm xmlns:a="http://schemas.openxmlformats.org/drawingml/2006/main">
            <a:off x="4000500" y="1619250"/>
            <a:ext cx="13049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defRPr sz="3450" b="1">
                <a:solidFill>
                  <a:srgbClr val="0876B9"/>
                </a:solidFill>
                <a:latin typeface="Calibri"/>
                <a:ea typeface="Calibri"/>
                <a:cs typeface="Calibri"/>
              </a:defRPr>
            </a:pPr>
            <a:r>
              <a:rPr sz="3450" b="1">
                <a:solidFill>
                  <a:srgbClr val="0876B9"/>
                </a:solidFill>
                <a:latin typeface="Calibri"/>
                <a:ea typeface="Calibri"/>
                <a:cs typeface="Calibri"/>
              </a:rPr>
              <a:t>Registro de acceso desde el aplicativo</a:t>
            </a:r>
          </a:p>
        </p:txBody>
      </p:sp>
      <p:sp>
        <p:nvSpPr>
          <p:cNvPr id="4" name="slide-footer">
            <a:extLst xmlns:a="http://schemas.openxmlformats.org/drawingml/2006/main">
              <a:ext uri="{FF2B5EF4-FFF2-40B4-BE49-F238E27FC236}">
                <a16:creationId xmlns:a16="http://schemas.microsoft.com/office/drawing/2014/main" id="{BB528CA0-1E87-4C0B-B590-DB2962FF579C}"/>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interface-summary-heading">
            <a:extLst xmlns:a="http://schemas.openxmlformats.org/drawingml/2006/main">
              <a:ext uri="{FF2B5EF4-FFF2-40B4-BE49-F238E27FC236}">
                <a16:creationId xmlns:a16="http://schemas.microsoft.com/office/drawing/2014/main" id="{63B0ABCF-8963-4579-B8AD-5D51CB329727}"/>
              </a:ext>
            </a:extLst>
          </p:cNvPr>
          <p:cNvSpPr>
            <a:spLocks xmlns:a="http://schemas.openxmlformats.org/drawingml/2006/main" noGrp="1"/>
          </p:cNvSpPr>
          <p:nvPr/>
        </p:nvSpPr>
        <p:spPr>
          <a:xfrm xmlns:a="http://schemas.openxmlformats.org/drawingml/2006/main">
            <a:off x="1714500" y="3143250"/>
            <a:ext cx="657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122A51"/>
                </a:solidFill>
                <a:latin typeface="Calibri"/>
                <a:ea typeface="Calibri"/>
                <a:cs typeface="Calibri"/>
              </a:defRPr>
            </a:defPPr>
          </a:lstStyle>
          <a:p xmlns:a="http://schemas.openxmlformats.org/drawingml/2006/main">
            <a:pPr algn="l">
              <a:defRPr sz="2550" b="1">
                <a:solidFill>
                  <a:srgbClr val="122A51"/>
                </a:solidFill>
                <a:latin typeface="Calibri"/>
                <a:ea typeface="Calibri"/>
                <a:cs typeface="Calibri"/>
              </a:defRPr>
            </a:pPr>
            <a:r>
              <a:rPr sz="2550" b="1">
                <a:solidFill>
                  <a:srgbClr val="122A51"/>
                </a:solidFill>
                <a:latin typeface="Calibri"/>
                <a:ea typeface="Calibri"/>
                <a:cs typeface="Calibri"/>
              </a:rPr>
              <a:t>Flujo para el operador</a:t>
            </a:r>
          </a:p>
        </p:txBody>
      </p:sp>
      <p:sp>
        <p:nvSpPr>
          <p:cNvPr id="6" name="interface-summary">
            <a:extLst xmlns:a="http://schemas.openxmlformats.org/drawingml/2006/main">
              <a:ext uri="{FF2B5EF4-FFF2-40B4-BE49-F238E27FC236}">
                <a16:creationId xmlns:a16="http://schemas.microsoft.com/office/drawing/2014/main" id="{56DCD426-154D-4D03-9B28-C857D0573ADE}"/>
              </a:ext>
            </a:extLst>
          </p:cNvPr>
          <p:cNvSpPr>
            <a:spLocks xmlns:a="http://schemas.openxmlformats.org/drawingml/2006/main" noGrp="1"/>
          </p:cNvSpPr>
          <p:nvPr/>
        </p:nvSpPr>
        <p:spPr>
          <a:xfrm xmlns:a="http://schemas.openxmlformats.org/drawingml/2006/main">
            <a:off x="1762125" y="3952875"/>
            <a:ext cx="666750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a:solidFill>
                  <a:srgbClr val="526176"/>
                </a:solidFill>
                <a:latin typeface="Calibri"/>
                <a:ea typeface="Calibri"/>
                <a:cs typeface="Calibri"/>
              </a:defRPr>
            </a:defPPr>
          </a:lstStyle>
          <a:p xmlns:a="http://schemas.openxmlformats.org/drawingml/2006/main">
            <a:pPr algn="l">
              <a:defRPr sz="2175">
                <a:solidFill>
                  <a:srgbClr val="526176"/>
                </a:solidFill>
                <a:latin typeface="Calibri"/>
                <a:ea typeface="Calibri"/>
                <a:cs typeface="Calibri"/>
              </a:defRPr>
            </a:pPr>
            <a:r>
              <a:rPr sz="2175">
                <a:solidFill>
                  <a:srgbClr val="526176"/>
                </a:solidFill>
                <a:latin typeface="Calibri"/>
                <a:ea typeface="Calibri"/>
                <a:cs typeface="Calibri"/>
              </a:rPr>
              <a:t>Identifica a la persona autorizada.</a:t>
            </a:r>
          </a:p>
          <a:p xmlns:a="http://schemas.openxmlformats.org/drawingml/2006/main">
            <a:r>
              <a:t/>
            </a:r>
          </a:p>
          <a:p xmlns:a="http://schemas.openxmlformats.org/drawingml/2006/main">
            <a:pPr algn="l">
              <a:defRPr sz="2175">
                <a:solidFill>
                  <a:srgbClr val="526176"/>
                </a:solidFill>
                <a:latin typeface="Calibri"/>
                <a:ea typeface="Calibri"/>
                <a:cs typeface="Calibri"/>
              </a:defRPr>
            </a:pPr>
            <a:r>
              <a:rPr sz="2175">
                <a:solidFill>
                  <a:srgbClr val="526176"/>
                </a:solidFill>
                <a:latin typeface="Calibri"/>
                <a:ea typeface="Calibri"/>
                <a:cs typeface="Calibri"/>
              </a:rPr>
              <a:t>Carga una imagen de la placa o escribe el dato manualmente.</a:t>
            </a:r>
          </a:p>
          <a:p xmlns:a="http://schemas.openxmlformats.org/drawingml/2006/main">
            <a:r>
              <a:t/>
            </a:r>
          </a:p>
          <a:p xmlns:a="http://schemas.openxmlformats.org/drawingml/2006/main">
            <a:pPr algn="l">
              <a:defRPr sz="2175">
                <a:solidFill>
                  <a:srgbClr val="526176"/>
                </a:solidFill>
                <a:latin typeface="Calibri"/>
                <a:ea typeface="Calibri"/>
                <a:cs typeface="Calibri"/>
              </a:defRPr>
            </a:pPr>
            <a:r>
              <a:rPr sz="2175">
                <a:solidFill>
                  <a:srgbClr val="526176"/>
                </a:solidFill>
                <a:latin typeface="Calibri"/>
                <a:ea typeface="Calibri"/>
                <a:cs typeface="Calibri"/>
              </a:rPr>
              <a:t>En cámara en vivo, el operador solicita la lectura con Enter y confirma antes de registrar el movimiento.</a:t>
            </a:r>
          </a:p>
        </p:txBody>
      </p:sp>
      <p:pic>
        <p:nvPicPr>
          <p:cNvPr id="7" name="">
            <a:extLst xmlns:a="http://schemas.openxmlformats.org/drawingml/2006/main">
              <a:ext uri="{FF2B5EF4-FFF2-40B4-BE49-F238E27FC236}">
                <a16:creationId xmlns:a16="http://schemas.microsoft.com/office/drawing/2014/main" id="{CDCC1A14-9D27-48D1-9FA0-E7348064ECA7}"/>
              </a:ext>
            </a:extLst>
          </p:cNvPr>
          <p:cNvPicPr>
            <a:picLocks xmlns:a="http://schemas.openxmlformats.org/drawingml/2006/main" noChangeAspect="1"/>
          </p:cNvPicPr>
          <p:nvPr/>
        </p:nvPicPr>
        <p:blipFill>
          <a:blip xmlns:r="http://schemas.openxmlformats.org/officeDocument/2006/relationships" xmlns:a="http://schemas.openxmlformats.org/drawingml/2006/main" r:embed="R8e87f02ea643448e"/>
          <a:srcRect xmlns:a="http://schemas.openxmlformats.org/drawingml/2006/main" l="0" t="35000" r="0" b="23000"/>
          <a:stretch xmlns:a="http://schemas.openxmlformats.org/drawingml/2006/main"/>
        </p:blipFill>
        <p:spPr>
          <a:xfrm xmlns:a="http://schemas.openxmlformats.org/drawingml/2006/main">
            <a:off x="9334500" y="2857500"/>
            <a:ext cx="5715000" cy="5334000"/>
          </a:xfrm>
          <a:prstGeom xmlns:a="http://schemas.openxmlformats.org/drawingml/2006/main" prst="roundRect">
            <a:avLst>
              <a:gd name="adj" fmla="val 3214"/>
            </a:avLst>
          </a:prstGeom>
        </p:spPr>
      </p:pic>
      <p:sp>
        <p:nvSpPr>
          <p:cNvPr id="8" name="interface-caption">
            <a:extLst xmlns:a="http://schemas.openxmlformats.org/drawingml/2006/main">
              <a:ext uri="{FF2B5EF4-FFF2-40B4-BE49-F238E27FC236}">
                <a16:creationId xmlns:a16="http://schemas.microsoft.com/office/drawing/2014/main" id="{E94002C1-A256-49DF-AA79-664BDE257DBF}"/>
              </a:ext>
            </a:extLst>
          </p:cNvPr>
          <p:cNvSpPr>
            <a:spLocks xmlns:a="http://schemas.openxmlformats.org/drawingml/2006/main" noGrp="1"/>
          </p:cNvSpPr>
          <p:nvPr/>
        </p:nvSpPr>
        <p:spPr>
          <a:xfrm xmlns:a="http://schemas.openxmlformats.org/drawingml/2006/main">
            <a:off x="9334500" y="8334375"/>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425">
                <a:solidFill>
                  <a:srgbClr val="526176"/>
                </a:solidFill>
                <a:latin typeface="Calibri"/>
                <a:ea typeface="Calibri"/>
                <a:cs typeface="Calibri"/>
              </a:defRPr>
            </a:defPPr>
          </a:lstStyle>
          <a:p xmlns:a="http://schemas.openxmlformats.org/drawingml/2006/main">
            <a:pPr algn="ctr">
              <a:defRPr sz="1425">
                <a:solidFill>
                  <a:srgbClr val="526176"/>
                </a:solidFill>
                <a:latin typeface="Calibri"/>
                <a:ea typeface="Calibri"/>
                <a:cs typeface="Calibri"/>
              </a:defRPr>
            </a:pPr>
            <a:r>
              <a:rPr sz="1425">
                <a:solidFill>
                  <a:srgbClr val="526176"/>
                </a:solidFill>
                <a:latin typeface="Calibri"/>
                <a:ea typeface="Calibri"/>
                <a:cs typeface="Calibri"/>
              </a:rPr>
              <a:t>Formulario de registro · datos personales excluidos</a:t>
            </a:r>
          </a:p>
        </p:txBody>
      </p:sp>
    </p:spTree>
    <p:extLst>
      <p:ext uri="{BB962C8B-B14F-4D97-AF65-F5344CB8AC3E}">
        <p14:creationId xmlns:p14="http://schemas.microsoft.com/office/powerpoint/2010/main" val="98311173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ABCAD98-8272-4E42-8C8E-1CDC93D0478D}"/>
              </a:ext>
            </a:extLst>
          </p:cNvPr>
          <p:cNvPicPr>
            <a:picLocks xmlns:a="http://schemas.openxmlformats.org/drawingml/2006/main" noChangeAspect="1"/>
          </p:cNvPicPr>
          <p:nvPr/>
        </p:nvPicPr>
        <p:blipFill>
          <a:blip xmlns:r="http://schemas.openxmlformats.org/officeDocument/2006/relationships" xmlns:a="http://schemas.openxmlformats.org/drawingml/2006/main" r:embed="R1965f7071b054c48"/>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7A1AF0-B643-41E3-8BAB-606F445C2302}"/>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9. CONCLUSIONES</a:t>
            </a:r>
          </a:p>
        </p:txBody>
      </p:sp>
      <p:sp>
        <p:nvSpPr>
          <p:cNvPr id="3" name="">
            <a:extLst xmlns:a="http://schemas.openxmlformats.org/drawingml/2006/main">
              <a:ext uri="{FF2B5EF4-FFF2-40B4-BE49-F238E27FC236}">
                <a16:creationId xmlns:a16="http://schemas.microsoft.com/office/drawing/2014/main" id="{C2C533DD-2428-4BBE-9676-30572C9472FA}"/>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Conclusiones y próximos pasos</a:t>
            </a:r>
          </a:p>
        </p:txBody>
      </p:sp>
      <p:sp>
        <p:nvSpPr>
          <p:cNvPr id="4" name="">
            <a:extLst xmlns:a="http://schemas.openxmlformats.org/drawingml/2006/main">
              <a:ext uri="{FF2B5EF4-FFF2-40B4-BE49-F238E27FC236}">
                <a16:creationId xmlns:a16="http://schemas.microsoft.com/office/drawing/2014/main" id="{75DE1F7C-3A1B-4305-9312-2ABD9A052BAF}"/>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E0DB70B2-A3E1-49C3-A4CA-91E1AAB4B2B2}"/>
              </a:ext>
            </a:extLst>
          </p:cNvPr>
          <p:cNvSpPr>
            <a:spLocks xmlns:a="http://schemas.openxmlformats.org/drawingml/2006/main" noGrp="1"/>
          </p:cNvSpPr>
          <p:nvPr/>
        </p:nvSpPr>
        <p:spPr>
          <a:xfrm xmlns:a="http://schemas.openxmlformats.org/drawingml/2006/main">
            <a:off x="1619250" y="2428875"/>
            <a:ext cx="619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0876B9"/>
                </a:solidFill>
                <a:latin typeface="Calibri"/>
                <a:ea typeface="Calibri"/>
                <a:cs typeface="Calibri"/>
              </a:defRPr>
            </a:defPPr>
          </a:lstStyle>
          <a:p xmlns:a="http://schemas.openxmlformats.org/drawingml/2006/main">
            <a:pPr algn="l">
              <a:lnSpc>
                <a:spcPct val="105000"/>
              </a:lnSpc>
              <a:buNone/>
              <a:defRPr sz="2400" b="1">
                <a:solidFill>
                  <a:srgbClr val="0876B9"/>
                </a:solidFill>
                <a:latin typeface="Calibri"/>
                <a:ea typeface="Calibri"/>
                <a:cs typeface="Calibri"/>
              </a:defRPr>
            </a:pPr>
            <a:r>
              <a:rPr sz="2400" b="1">
                <a:solidFill>
                  <a:srgbClr val="0876B9"/>
                </a:solidFill>
                <a:latin typeface="Calibri"/>
                <a:ea typeface="Calibri"/>
                <a:cs typeface="Calibri"/>
              </a:rPr>
              <a:t>Conclusiones</a:t>
            </a:r>
          </a:p>
        </p:txBody>
      </p:sp>
      <p:sp>
        <p:nvSpPr>
          <p:cNvPr id="6" name="">
            <a:extLst xmlns:a="http://schemas.openxmlformats.org/drawingml/2006/main">
              <a:ext uri="{FF2B5EF4-FFF2-40B4-BE49-F238E27FC236}">
                <a16:creationId xmlns:a16="http://schemas.microsoft.com/office/drawing/2014/main" id="{AD0F1B46-F5D6-449C-A40B-0F7178F27731}"/>
              </a:ext>
            </a:extLst>
          </p:cNvPr>
          <p:cNvSpPr>
            <a:spLocks xmlns:a="http://schemas.openxmlformats.org/drawingml/2006/main" noGrp="1"/>
          </p:cNvSpPr>
          <p:nvPr/>
        </p:nvSpPr>
        <p:spPr>
          <a:xfrm xmlns:a="http://schemas.openxmlformats.org/drawingml/2006/main">
            <a:off x="1619250" y="3095625"/>
            <a:ext cx="6810375" cy="433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a:solidFill>
                  <a:srgbClr val="17243A"/>
                </a:solidFill>
                <a:latin typeface="Calibri"/>
                <a:ea typeface="Calibri"/>
                <a:cs typeface="Calibri"/>
              </a:defRPr>
            </a:defPPr>
          </a:lstStyle>
          <a:p xmlns:a="http://schemas.openxmlformats.org/drawingml/2006/main">
            <a:pPr algn="l">
              <a:lnSpc>
                <a:spcPct val="110000"/>
              </a:lnSpc>
              <a:buNone/>
              <a:defRPr sz="2025">
                <a:solidFill>
                  <a:srgbClr val="17243A"/>
                </a:solidFill>
                <a:latin typeface="Calibri"/>
                <a:ea typeface="Calibri"/>
                <a:cs typeface="Calibri"/>
              </a:defRPr>
            </a:pPr>
            <a:r>
              <a:rPr sz="2025">
                <a:solidFill>
                  <a:srgbClr val="17243A"/>
                </a:solidFill>
                <a:latin typeface="Calibri"/>
                <a:ea typeface="Calibri"/>
                <a:cs typeface="Calibri"/>
              </a:rPr>
              <a:t>• La necesidad institucional está definida: mejorar el control y la consulta de movimientos.</a:t>
            </a:r>
          </a:p>
          <a:p xmlns:a="http://schemas.openxmlformats.org/drawingml/2006/main">
            <a:r>
              <a:t/>
            </a:r>
          </a:p>
          <a:p xmlns:a="http://schemas.openxmlformats.org/drawingml/2006/main">
            <a:pPr algn="l">
              <a:lnSpc>
                <a:spcPct val="110000"/>
              </a:lnSpc>
              <a:buNone/>
              <a:defRPr sz="2025">
                <a:solidFill>
                  <a:srgbClr val="17243A"/>
                </a:solidFill>
                <a:latin typeface="Calibri"/>
                <a:ea typeface="Calibri"/>
                <a:cs typeface="Calibri"/>
              </a:defRPr>
            </a:pPr>
            <a:r>
              <a:rPr sz="2025">
                <a:solidFill>
                  <a:srgbClr val="17243A"/>
                </a:solidFill>
                <a:latin typeface="Calibri"/>
                <a:ea typeface="Calibri"/>
                <a:cs typeface="Calibri"/>
              </a:rPr>
              <a:t>• El repositorio contiene un prototipo por capas que conecta panel, API, base de datos y visión.</a:t>
            </a:r>
          </a:p>
          <a:p xmlns:a="http://schemas.openxmlformats.org/drawingml/2006/main">
            <a:r>
              <a:t/>
            </a:r>
          </a:p>
          <a:p xmlns:a="http://schemas.openxmlformats.org/drawingml/2006/main">
            <a:pPr algn="l">
              <a:lnSpc>
                <a:spcPct val="110000"/>
              </a:lnSpc>
              <a:buNone/>
              <a:defRPr sz="2025">
                <a:solidFill>
                  <a:srgbClr val="17243A"/>
                </a:solidFill>
                <a:latin typeface="Calibri"/>
                <a:ea typeface="Calibri"/>
                <a:cs typeface="Calibri"/>
              </a:defRPr>
            </a:pPr>
            <a:r>
              <a:rPr sz="2025">
                <a:solidFill>
                  <a:srgbClr val="17243A"/>
                </a:solidFill>
                <a:latin typeface="Calibri"/>
                <a:ea typeface="Calibri"/>
                <a:cs typeface="Calibri"/>
              </a:rPr>
              <a:t>• La viabilidad funcional está avanzada; el rendimiento y el impacto operativo aún requieren validación.</a:t>
            </a:r>
          </a:p>
        </p:txBody>
      </p:sp>
      <p:sp>
        <p:nvSpPr>
          <p:cNvPr id="7" name="">
            <a:extLst xmlns:a="http://schemas.openxmlformats.org/drawingml/2006/main">
              <a:ext uri="{FF2B5EF4-FFF2-40B4-BE49-F238E27FC236}">
                <a16:creationId xmlns:a16="http://schemas.microsoft.com/office/drawing/2014/main" id="{B0BAF640-30BF-4EBA-9ACF-EF902FF02EAF}"/>
              </a:ext>
            </a:extLst>
          </p:cNvPr>
          <p:cNvSpPr>
            <a:spLocks xmlns:a="http://schemas.openxmlformats.org/drawingml/2006/main" noGrp="1"/>
          </p:cNvSpPr>
          <p:nvPr/>
        </p:nvSpPr>
        <p:spPr>
          <a:xfrm xmlns:a="http://schemas.openxmlformats.org/drawingml/2006/main">
            <a:off x="9620250" y="2428875"/>
            <a:ext cx="619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F28C28"/>
                </a:solidFill>
                <a:latin typeface="Calibri"/>
                <a:ea typeface="Calibri"/>
                <a:cs typeface="Calibri"/>
              </a:defRPr>
            </a:defPPr>
          </a:lstStyle>
          <a:p xmlns:a="http://schemas.openxmlformats.org/drawingml/2006/main">
            <a:pPr algn="l">
              <a:lnSpc>
                <a:spcPct val="105000"/>
              </a:lnSpc>
              <a:buNone/>
              <a:defRPr sz="2400" b="1">
                <a:solidFill>
                  <a:srgbClr val="F28C28"/>
                </a:solidFill>
                <a:latin typeface="Calibri"/>
                <a:ea typeface="Calibri"/>
                <a:cs typeface="Calibri"/>
              </a:defRPr>
            </a:pPr>
            <a:r>
              <a:rPr sz="2400" b="1">
                <a:solidFill>
                  <a:srgbClr val="F28C28"/>
                </a:solidFill>
                <a:latin typeface="Calibri"/>
                <a:ea typeface="Calibri"/>
                <a:cs typeface="Calibri"/>
              </a:rPr>
              <a:t>Recomendaciones</a:t>
            </a:r>
          </a:p>
        </p:txBody>
      </p:sp>
      <p:sp>
        <p:nvSpPr>
          <p:cNvPr id="8" name="">
            <a:extLst xmlns:a="http://schemas.openxmlformats.org/drawingml/2006/main">
              <a:ext uri="{FF2B5EF4-FFF2-40B4-BE49-F238E27FC236}">
                <a16:creationId xmlns:a16="http://schemas.microsoft.com/office/drawing/2014/main" id="{47C2BE40-6FB0-4686-8D93-23847B45E304}"/>
              </a:ext>
            </a:extLst>
          </p:cNvPr>
          <p:cNvSpPr>
            <a:spLocks xmlns:a="http://schemas.openxmlformats.org/drawingml/2006/main" noGrp="1"/>
          </p:cNvSpPr>
          <p:nvPr/>
        </p:nvSpPr>
        <p:spPr>
          <a:xfrm xmlns:a="http://schemas.openxmlformats.org/drawingml/2006/main">
            <a:off x="9620250" y="3095625"/>
            <a:ext cx="6858000" cy="461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a:solidFill>
                  <a:srgbClr val="17243A"/>
                </a:solidFill>
                <a:latin typeface="Calibri"/>
                <a:ea typeface="Calibri"/>
                <a:cs typeface="Calibri"/>
              </a:defRPr>
            </a:defPPr>
          </a:lstStyle>
          <a:p xmlns:a="http://schemas.openxmlformats.org/drawingml/2006/main">
            <a:pPr algn="l">
              <a:lnSpc>
                <a:spcPct val="110000"/>
              </a:lnSpc>
              <a:buNone/>
              <a:defRPr sz="2025">
                <a:solidFill>
                  <a:srgbClr val="17243A"/>
                </a:solidFill>
                <a:latin typeface="Calibri"/>
                <a:ea typeface="Calibri"/>
                <a:cs typeface="Calibri"/>
              </a:defRPr>
            </a:pPr>
            <a:r>
              <a:rPr sz="2025">
                <a:solidFill>
                  <a:srgbClr val="17243A"/>
                </a:solidFill>
                <a:latin typeface="Calibri"/>
                <a:ea typeface="Calibri"/>
                <a:cs typeface="Calibri"/>
              </a:rPr>
              <a:t>• Probar imágenes reales de placas con distintas luces, ángulos y distancias.</a:t>
            </a:r>
          </a:p>
          <a:p xmlns:a="http://schemas.openxmlformats.org/drawingml/2006/main">
            <a:r>
              <a:t/>
            </a:r>
          </a:p>
          <a:p xmlns:a="http://schemas.openxmlformats.org/drawingml/2006/main">
            <a:pPr algn="l">
              <a:lnSpc>
                <a:spcPct val="110000"/>
              </a:lnSpc>
              <a:buNone/>
              <a:defRPr sz="2025">
                <a:solidFill>
                  <a:srgbClr val="17243A"/>
                </a:solidFill>
                <a:latin typeface="Calibri"/>
                <a:ea typeface="Calibri"/>
                <a:cs typeface="Calibri"/>
              </a:defRPr>
            </a:pPr>
            <a:r>
              <a:rPr sz="2025">
                <a:solidFill>
                  <a:srgbClr val="17243A"/>
                </a:solidFill>
                <a:latin typeface="Calibri"/>
                <a:ea typeface="Calibri"/>
                <a:cs typeface="Calibri"/>
              </a:rPr>
              <a:t>• Registrar un baseline manual y comparar tiempos con el sistema.</a:t>
            </a:r>
          </a:p>
          <a:p xmlns:a="http://schemas.openxmlformats.org/drawingml/2006/main">
            <a:r>
              <a:t/>
            </a:r>
          </a:p>
          <a:p xmlns:a="http://schemas.openxmlformats.org/drawingml/2006/main">
            <a:pPr algn="l">
              <a:lnSpc>
                <a:spcPct val="110000"/>
              </a:lnSpc>
              <a:buNone/>
              <a:defRPr sz="2025">
                <a:solidFill>
                  <a:srgbClr val="17243A"/>
                </a:solidFill>
                <a:latin typeface="Calibri"/>
                <a:ea typeface="Calibri"/>
                <a:cs typeface="Calibri"/>
              </a:defRPr>
            </a:pPr>
            <a:r>
              <a:rPr sz="2025">
                <a:solidFill>
                  <a:srgbClr val="17243A"/>
                </a:solidFill>
                <a:latin typeface="Calibri"/>
                <a:ea typeface="Calibri"/>
                <a:cs typeface="Calibri"/>
              </a:rPr>
              <a:t>• Documentar permisos, consentimiento, retención y acceso a imágenes.</a:t>
            </a:r>
          </a:p>
          <a:p xmlns:a="http://schemas.openxmlformats.org/drawingml/2006/main">
            <a:r>
              <a:t/>
            </a:r>
          </a:p>
          <a:p xmlns:a="http://schemas.openxmlformats.org/drawingml/2006/main">
            <a:pPr algn="l">
              <a:lnSpc>
                <a:spcPct val="110000"/>
              </a:lnSpc>
              <a:buNone/>
              <a:defRPr sz="2025">
                <a:solidFill>
                  <a:srgbClr val="17243A"/>
                </a:solidFill>
                <a:latin typeface="Calibri"/>
                <a:ea typeface="Calibri"/>
                <a:cs typeface="Calibri"/>
              </a:defRPr>
            </a:pPr>
            <a:r>
              <a:rPr sz="2025">
                <a:solidFill>
                  <a:srgbClr val="17243A"/>
                </a:solidFill>
                <a:latin typeface="Calibri"/>
                <a:ea typeface="Calibri"/>
                <a:cs typeface="Calibri"/>
              </a:rPr>
              <a:t>• Verificar la conexión SQL y el modelo YOLO antes de la demo institucional.</a:t>
            </a:r>
          </a:p>
        </p:txBody>
      </p:sp>
    </p:spTree>
    <p:extLst>
      <p:ext uri="{BB962C8B-B14F-4D97-AF65-F5344CB8AC3E}">
        <p14:creationId xmlns:p14="http://schemas.microsoft.com/office/powerpoint/2010/main" val="39006079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975AB531-2B7C-4A54-9F29-B9E14DF4C496}"/>
              </a:ext>
            </a:extLst>
          </p:cNvPr>
          <p:cNvPicPr>
            <a:picLocks xmlns:a="http://schemas.openxmlformats.org/drawingml/2006/main" noChangeAspect="1"/>
          </p:cNvPicPr>
          <p:nvPr/>
        </p:nvPicPr>
        <p:blipFill>
          <a:blip xmlns:r="http://schemas.openxmlformats.org/officeDocument/2006/relationships" xmlns:a="http://schemas.openxmlformats.org/drawingml/2006/main" r:embed="R3b3bd96b31994123"/>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5E1278A-64D7-4D51-9D7D-2A900E052DBD}"/>
              </a:ext>
            </a:extLst>
          </p:cNvPr>
          <p:cNvSpPr>
            <a:spLocks xmlns:a="http://schemas.openxmlformats.org/drawingml/2006/main" noGrp="1"/>
          </p:cNvSpPr>
          <p:nvPr/>
        </p:nvSpPr>
        <p:spPr>
          <a:xfrm xmlns:a="http://schemas.openxmlformats.org/drawingml/2006/main">
            <a:off x="4000500" y="6667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876B9"/>
                </a:solidFill>
                <a:latin typeface="Calibri"/>
                <a:ea typeface="Calibri"/>
                <a:cs typeface="Calibri"/>
              </a:defRPr>
            </a:defPPr>
          </a:lstStyle>
          <a:p xmlns:a="http://schemas.openxmlformats.org/drawingml/2006/main">
            <a:pPr algn="l">
              <a:lnSpc>
                <a:spcPct val="105000"/>
              </a:lnSpc>
              <a:buNone/>
              <a:defRPr sz="1650" b="1">
                <a:solidFill>
                  <a:srgbClr val="0876B9"/>
                </a:solidFill>
                <a:latin typeface="Calibri"/>
                <a:ea typeface="Calibri"/>
                <a:cs typeface="Calibri"/>
              </a:defRPr>
            </a:pPr>
            <a:r>
              <a:rPr sz="1650" b="1">
                <a:solidFill>
                  <a:srgbClr val="0876B9"/>
                </a:solidFill>
                <a:latin typeface="Calibri"/>
                <a:ea typeface="Calibri"/>
                <a:cs typeface="Calibri"/>
              </a:rPr>
              <a:t>10. REFERENCIAS</a:t>
            </a:r>
          </a:p>
        </p:txBody>
      </p:sp>
      <p:sp>
        <p:nvSpPr>
          <p:cNvPr id="3" name="">
            <a:extLst xmlns:a="http://schemas.openxmlformats.org/drawingml/2006/main">
              <a:ext uri="{FF2B5EF4-FFF2-40B4-BE49-F238E27FC236}">
                <a16:creationId xmlns:a16="http://schemas.microsoft.com/office/drawing/2014/main" id="{F3ACA8C2-C973-459B-B4C7-869403796B9F}"/>
              </a:ext>
            </a:extLst>
          </p:cNvPr>
          <p:cNvSpPr>
            <a:spLocks xmlns:a="http://schemas.openxmlformats.org/drawingml/2006/main" noGrp="1"/>
          </p:cNvSpPr>
          <p:nvPr/>
        </p:nvSpPr>
        <p:spPr>
          <a:xfrm xmlns:a="http://schemas.openxmlformats.org/drawingml/2006/main">
            <a:off x="4000500" y="1695450"/>
            <a:ext cx="1304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0876B9"/>
                </a:solidFill>
                <a:latin typeface="Calibri"/>
                <a:ea typeface="Calibri"/>
                <a:cs typeface="Calibri"/>
              </a:defRPr>
            </a:defPPr>
          </a:lstStyle>
          <a:p xmlns:a="http://schemas.openxmlformats.org/drawingml/2006/main">
            <a:pPr algn="l">
              <a:lnSpc>
                <a:spcPct val="98000"/>
              </a:lnSpc>
              <a:buNone/>
              <a:defRPr sz="3450" b="1">
                <a:solidFill>
                  <a:srgbClr val="0876B9"/>
                </a:solidFill>
                <a:latin typeface="Calibri"/>
                <a:ea typeface="Calibri"/>
                <a:cs typeface="Calibri"/>
              </a:defRPr>
            </a:pPr>
            <a:r>
              <a:rPr sz="3450" b="1">
                <a:solidFill>
                  <a:srgbClr val="0876B9"/>
                </a:solidFill>
                <a:latin typeface="Calibri"/>
                <a:ea typeface="Calibri"/>
                <a:cs typeface="Calibri"/>
              </a:rPr>
              <a:t>Fuentes principales</a:t>
            </a:r>
          </a:p>
        </p:txBody>
      </p:sp>
      <p:sp>
        <p:nvSpPr>
          <p:cNvPr id="4" name="">
            <a:extLst xmlns:a="http://schemas.openxmlformats.org/drawingml/2006/main">
              <a:ext uri="{FF2B5EF4-FFF2-40B4-BE49-F238E27FC236}">
                <a16:creationId xmlns:a16="http://schemas.microsoft.com/office/drawing/2014/main" id="{66EAE379-F84A-48DE-9370-99D637479324}"/>
              </a:ext>
            </a:extLst>
          </p:cNvPr>
          <p:cNvSpPr>
            <a:spLocks xmlns:a="http://schemas.openxmlformats.org/drawingml/2006/main" noGrp="1"/>
          </p:cNvSpPr>
          <p:nvPr/>
        </p:nvSpPr>
        <p:spPr>
          <a:xfrm xmlns:a="http://schemas.openxmlformats.org/drawingml/2006/main">
            <a:off x="1000125" y="952500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a:solidFill>
                  <a:srgbClr val="526176"/>
                </a:solidFill>
                <a:latin typeface="Calibri"/>
                <a:ea typeface="Calibri"/>
                <a:cs typeface="Calibri"/>
              </a:defRPr>
            </a:defPPr>
          </a:lstStyle>
          <a:p xmlns:a="http://schemas.openxmlformats.org/drawingml/2006/main">
            <a:pPr algn="l">
              <a:lnSpc>
                <a:spcPct val="105000"/>
              </a:lnSpc>
              <a:buNone/>
              <a:defRPr sz="1350">
                <a:solidFill>
                  <a:srgbClr val="526176"/>
                </a:solidFill>
                <a:latin typeface="Calibri"/>
                <a:ea typeface="Calibri"/>
                <a:cs typeface="Calibri"/>
              </a:defRPr>
            </a:pPr>
            <a:r>
              <a:rPr sz="1350">
                <a:solidFill>
                  <a:srgbClr val="526176"/>
                </a:solidFill>
                <a:latin typeface="Calibri"/>
                <a:ea typeface="Calibri"/>
                <a:cs typeface="Calibri"/>
              </a:rPr>
              <a:t>Acceso vehicular UPC  ·  Ingeniería de Sistemas</a:t>
            </a:r>
          </a:p>
        </p:txBody>
      </p:sp>
      <p:sp>
        <p:nvSpPr>
          <p:cNvPr id="5" name="">
            <a:extLst xmlns:a="http://schemas.openxmlformats.org/drawingml/2006/main">
              <a:ext uri="{FF2B5EF4-FFF2-40B4-BE49-F238E27FC236}">
                <a16:creationId xmlns:a16="http://schemas.microsoft.com/office/drawing/2014/main" id="{745581CA-D257-42DF-A62B-A9AD7F265455}"/>
              </a:ext>
            </a:extLst>
          </p:cNvPr>
          <p:cNvSpPr>
            <a:spLocks xmlns:a="http://schemas.openxmlformats.org/drawingml/2006/main" noGrp="1"/>
          </p:cNvSpPr>
          <p:nvPr/>
        </p:nvSpPr>
        <p:spPr>
          <a:xfrm xmlns:a="http://schemas.openxmlformats.org/drawingml/2006/main">
            <a:off x="1666875" y="2428875"/>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F28C28"/>
                </a:solidFill>
                <a:latin typeface="Calibri"/>
                <a:ea typeface="Calibri"/>
                <a:cs typeface="Calibri"/>
              </a:defRPr>
            </a:defPPr>
          </a:lstStyle>
          <a:p xmlns:a="http://schemas.openxmlformats.org/drawingml/2006/main">
            <a:pPr algn="l">
              <a:lnSpc>
                <a:spcPct val="105000"/>
              </a:lnSpc>
              <a:buNone/>
              <a:defRPr sz="2250" b="1">
                <a:solidFill>
                  <a:srgbClr val="F28C28"/>
                </a:solidFill>
                <a:latin typeface="Calibri"/>
                <a:ea typeface="Calibri"/>
                <a:cs typeface="Calibri"/>
              </a:defRPr>
            </a:pPr>
            <a:r>
              <a:rPr sz="2250" b="1">
                <a:solidFill>
                  <a:srgbClr val="F28C28"/>
                </a:solidFill>
                <a:latin typeface="Calibri"/>
                <a:ea typeface="Calibri"/>
                <a:cs typeface="Calibri"/>
              </a:rPr>
              <a:t>01</a:t>
            </a:r>
          </a:p>
        </p:txBody>
      </p:sp>
      <p:sp>
        <p:nvSpPr>
          <p:cNvPr id="6" name="">
            <a:extLst xmlns:a="http://schemas.openxmlformats.org/drawingml/2006/main">
              <a:ext uri="{FF2B5EF4-FFF2-40B4-BE49-F238E27FC236}">
                <a16:creationId xmlns:a16="http://schemas.microsoft.com/office/drawing/2014/main" id="{5ABCB76B-4336-4EF1-915C-74D92F32443E}"/>
              </a:ext>
            </a:extLst>
          </p:cNvPr>
          <p:cNvSpPr>
            <a:spLocks xmlns:a="http://schemas.openxmlformats.org/drawingml/2006/main" noGrp="1"/>
          </p:cNvSpPr>
          <p:nvPr/>
        </p:nvSpPr>
        <p:spPr>
          <a:xfrm xmlns:a="http://schemas.openxmlformats.org/drawingml/2006/main">
            <a:off x="2619375" y="2428875"/>
            <a:ext cx="1362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a:solidFill>
                  <a:srgbClr val="17243A"/>
                </a:solidFill>
                <a:latin typeface="Calibri"/>
                <a:ea typeface="Calibri"/>
                <a:cs typeface="Calibri"/>
              </a:defRPr>
            </a:defPPr>
          </a:lstStyle>
          <a:p xmlns:a="http://schemas.openxmlformats.org/drawingml/2006/main">
            <a:pPr algn="l">
              <a:lnSpc>
                <a:spcPct val="105000"/>
              </a:lnSpc>
              <a:buNone/>
              <a:defRPr sz="1875">
                <a:solidFill>
                  <a:srgbClr val="17243A"/>
                </a:solidFill>
                <a:latin typeface="Calibri"/>
                <a:ea typeface="Calibri"/>
                <a:cs typeface="Calibri"/>
              </a:defRPr>
            </a:pPr>
            <a:r>
              <a:rPr sz="1875">
                <a:solidFill>
                  <a:srgbClr val="17243A"/>
                </a:solidFill>
                <a:latin typeface="Calibri"/>
                <a:ea typeface="Calibri"/>
                <a:cs typeface="Calibri"/>
              </a:rPr>
              <a:t>Constitución Política de Colombia (1991), artículo 15; Ley 1581 de 2012; Decreto 1377 de 2013.</a:t>
            </a:r>
          </a:p>
        </p:txBody>
      </p:sp>
      <p:sp>
        <p:nvSpPr>
          <p:cNvPr id="7" name="">
            <a:extLst xmlns:a="http://schemas.openxmlformats.org/drawingml/2006/main">
              <a:ext uri="{FF2B5EF4-FFF2-40B4-BE49-F238E27FC236}">
                <a16:creationId xmlns:a16="http://schemas.microsoft.com/office/drawing/2014/main" id="{121896E9-9AFC-432A-A4E8-27828207ABA9}"/>
              </a:ext>
            </a:extLst>
          </p:cNvPr>
          <p:cNvSpPr>
            <a:spLocks xmlns:a="http://schemas.openxmlformats.org/drawingml/2006/main" noGrp="1"/>
          </p:cNvSpPr>
          <p:nvPr/>
        </p:nvSpPr>
        <p:spPr>
          <a:xfrm xmlns:a="http://schemas.openxmlformats.org/drawingml/2006/main">
            <a:off x="1666875" y="3648075"/>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F28C28"/>
                </a:solidFill>
                <a:latin typeface="Calibri"/>
                <a:ea typeface="Calibri"/>
                <a:cs typeface="Calibri"/>
              </a:defRPr>
            </a:defPPr>
          </a:lstStyle>
          <a:p xmlns:a="http://schemas.openxmlformats.org/drawingml/2006/main">
            <a:pPr algn="l">
              <a:lnSpc>
                <a:spcPct val="105000"/>
              </a:lnSpc>
              <a:buNone/>
              <a:defRPr sz="2250" b="1">
                <a:solidFill>
                  <a:srgbClr val="F28C28"/>
                </a:solidFill>
                <a:latin typeface="Calibri"/>
                <a:ea typeface="Calibri"/>
                <a:cs typeface="Calibri"/>
              </a:defRPr>
            </a:pPr>
            <a:r>
              <a:rPr sz="2250" b="1">
                <a:solidFill>
                  <a:srgbClr val="F28C28"/>
                </a:solidFill>
                <a:latin typeface="Calibri"/>
                <a:ea typeface="Calibri"/>
                <a:cs typeface="Calibri"/>
              </a:rPr>
              <a:t>02</a:t>
            </a:r>
          </a:p>
        </p:txBody>
      </p:sp>
      <p:sp>
        <p:nvSpPr>
          <p:cNvPr id="8" name="">
            <a:extLst xmlns:a="http://schemas.openxmlformats.org/drawingml/2006/main">
              <a:ext uri="{FF2B5EF4-FFF2-40B4-BE49-F238E27FC236}">
                <a16:creationId xmlns:a16="http://schemas.microsoft.com/office/drawing/2014/main" id="{1F77BE38-23A5-4F9C-B800-648D1713892C}"/>
              </a:ext>
            </a:extLst>
          </p:cNvPr>
          <p:cNvSpPr>
            <a:spLocks xmlns:a="http://schemas.openxmlformats.org/drawingml/2006/main" noGrp="1"/>
          </p:cNvSpPr>
          <p:nvPr/>
        </p:nvSpPr>
        <p:spPr>
          <a:xfrm xmlns:a="http://schemas.openxmlformats.org/drawingml/2006/main">
            <a:off x="2619375" y="3648075"/>
            <a:ext cx="1362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a:solidFill>
                  <a:srgbClr val="17243A"/>
                </a:solidFill>
                <a:latin typeface="Calibri"/>
                <a:ea typeface="Calibri"/>
                <a:cs typeface="Calibri"/>
              </a:defRPr>
            </a:defPPr>
          </a:lstStyle>
          <a:p xmlns:a="http://schemas.openxmlformats.org/drawingml/2006/main">
            <a:pPr algn="l">
              <a:lnSpc>
                <a:spcPct val="105000"/>
              </a:lnSpc>
              <a:buNone/>
              <a:defRPr sz="1875">
                <a:solidFill>
                  <a:srgbClr val="17243A"/>
                </a:solidFill>
                <a:latin typeface="Calibri"/>
                <a:ea typeface="Calibri"/>
                <a:cs typeface="Calibri"/>
              </a:defRPr>
            </a:pPr>
            <a:r>
              <a:rPr sz="1875">
                <a:solidFill>
                  <a:srgbClr val="17243A"/>
                </a:solidFill>
                <a:latin typeface="Calibri"/>
                <a:ea typeface="Calibri"/>
                <a:cs typeface="Calibri"/>
              </a:rPr>
              <a:t>Laroca, R. et al. (2018). A robust real-time automatic license plate recognition based on the YOLO detector. IJCNN.</a:t>
            </a:r>
          </a:p>
        </p:txBody>
      </p:sp>
      <p:sp>
        <p:nvSpPr>
          <p:cNvPr id="9" name="">
            <a:extLst xmlns:a="http://schemas.openxmlformats.org/drawingml/2006/main">
              <a:ext uri="{FF2B5EF4-FFF2-40B4-BE49-F238E27FC236}">
                <a16:creationId xmlns:a16="http://schemas.microsoft.com/office/drawing/2014/main" id="{E91F916F-0C27-462C-B15E-C80D59131B2B}"/>
              </a:ext>
            </a:extLst>
          </p:cNvPr>
          <p:cNvSpPr>
            <a:spLocks xmlns:a="http://schemas.openxmlformats.org/drawingml/2006/main" noGrp="1"/>
          </p:cNvSpPr>
          <p:nvPr/>
        </p:nvSpPr>
        <p:spPr>
          <a:xfrm xmlns:a="http://schemas.openxmlformats.org/drawingml/2006/main">
            <a:off x="1666875" y="4867275"/>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F28C28"/>
                </a:solidFill>
                <a:latin typeface="Calibri"/>
                <a:ea typeface="Calibri"/>
                <a:cs typeface="Calibri"/>
              </a:defRPr>
            </a:defPPr>
          </a:lstStyle>
          <a:p xmlns:a="http://schemas.openxmlformats.org/drawingml/2006/main">
            <a:pPr algn="l">
              <a:lnSpc>
                <a:spcPct val="105000"/>
              </a:lnSpc>
              <a:buNone/>
              <a:defRPr sz="2250" b="1">
                <a:solidFill>
                  <a:srgbClr val="F28C28"/>
                </a:solidFill>
                <a:latin typeface="Calibri"/>
                <a:ea typeface="Calibri"/>
                <a:cs typeface="Calibri"/>
              </a:defRPr>
            </a:pPr>
            <a:r>
              <a:rPr sz="2250" b="1">
                <a:solidFill>
                  <a:srgbClr val="F28C28"/>
                </a:solidFill>
                <a:latin typeface="Calibri"/>
                <a:ea typeface="Calibri"/>
                <a:cs typeface="Calibri"/>
              </a:rPr>
              <a:t>03</a:t>
            </a:r>
          </a:p>
        </p:txBody>
      </p:sp>
      <p:sp>
        <p:nvSpPr>
          <p:cNvPr id="10" name="">
            <a:extLst xmlns:a="http://schemas.openxmlformats.org/drawingml/2006/main">
              <a:ext uri="{FF2B5EF4-FFF2-40B4-BE49-F238E27FC236}">
                <a16:creationId xmlns:a16="http://schemas.microsoft.com/office/drawing/2014/main" id="{668D3057-DD73-4C5D-BF72-241773F03A6E}"/>
              </a:ext>
            </a:extLst>
          </p:cNvPr>
          <p:cNvSpPr>
            <a:spLocks xmlns:a="http://schemas.openxmlformats.org/drawingml/2006/main" noGrp="1"/>
          </p:cNvSpPr>
          <p:nvPr/>
        </p:nvSpPr>
        <p:spPr>
          <a:xfrm xmlns:a="http://schemas.openxmlformats.org/drawingml/2006/main">
            <a:off x="2619375" y="4867275"/>
            <a:ext cx="1362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a:solidFill>
                  <a:srgbClr val="17243A"/>
                </a:solidFill>
                <a:latin typeface="Calibri"/>
                <a:ea typeface="Calibri"/>
                <a:cs typeface="Calibri"/>
              </a:defRPr>
            </a:defPPr>
          </a:lstStyle>
          <a:p xmlns:a="http://schemas.openxmlformats.org/drawingml/2006/main">
            <a:pPr algn="l">
              <a:lnSpc>
                <a:spcPct val="105000"/>
              </a:lnSpc>
              <a:buNone/>
              <a:defRPr sz="1875">
                <a:solidFill>
                  <a:srgbClr val="17243A"/>
                </a:solidFill>
                <a:latin typeface="Calibri"/>
                <a:ea typeface="Calibri"/>
                <a:cs typeface="Calibri"/>
              </a:defRPr>
            </a:pPr>
            <a:r>
              <a:rPr sz="1875">
                <a:solidFill>
                  <a:srgbClr val="17243A"/>
                </a:solidFill>
                <a:latin typeface="Calibri"/>
                <a:ea typeface="Calibri"/>
                <a:cs typeface="Calibri"/>
              </a:rPr>
              <a:t>Redmon, J. et al. (2016). You Only Look Once: Unified, Real-Time Object Detection. CVPR.</a:t>
            </a:r>
          </a:p>
        </p:txBody>
      </p:sp>
      <p:sp>
        <p:nvSpPr>
          <p:cNvPr id="11" name="">
            <a:extLst xmlns:a="http://schemas.openxmlformats.org/drawingml/2006/main">
              <a:ext uri="{FF2B5EF4-FFF2-40B4-BE49-F238E27FC236}">
                <a16:creationId xmlns:a16="http://schemas.microsoft.com/office/drawing/2014/main" id="{7703F1C2-8F15-43ED-AF4F-4ABEECAFB426}"/>
              </a:ext>
            </a:extLst>
          </p:cNvPr>
          <p:cNvSpPr>
            <a:spLocks xmlns:a="http://schemas.openxmlformats.org/drawingml/2006/main" noGrp="1"/>
          </p:cNvSpPr>
          <p:nvPr/>
        </p:nvSpPr>
        <p:spPr>
          <a:xfrm xmlns:a="http://schemas.openxmlformats.org/drawingml/2006/main">
            <a:off x="1666875" y="6086475"/>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F28C28"/>
                </a:solidFill>
                <a:latin typeface="Calibri"/>
                <a:ea typeface="Calibri"/>
                <a:cs typeface="Calibri"/>
              </a:defRPr>
            </a:defPPr>
          </a:lstStyle>
          <a:p xmlns:a="http://schemas.openxmlformats.org/drawingml/2006/main">
            <a:pPr algn="l">
              <a:lnSpc>
                <a:spcPct val="105000"/>
              </a:lnSpc>
              <a:buNone/>
              <a:defRPr sz="2250" b="1">
                <a:solidFill>
                  <a:srgbClr val="F28C28"/>
                </a:solidFill>
                <a:latin typeface="Calibri"/>
                <a:ea typeface="Calibri"/>
                <a:cs typeface="Calibri"/>
              </a:defRPr>
            </a:pPr>
            <a:r>
              <a:rPr sz="2250" b="1">
                <a:solidFill>
                  <a:srgbClr val="F28C28"/>
                </a:solidFill>
                <a:latin typeface="Calibri"/>
                <a:ea typeface="Calibri"/>
                <a:cs typeface="Calibri"/>
              </a:rPr>
              <a:t>04</a:t>
            </a:r>
          </a:p>
        </p:txBody>
      </p:sp>
      <p:sp>
        <p:nvSpPr>
          <p:cNvPr id="12" name="">
            <a:extLst xmlns:a="http://schemas.openxmlformats.org/drawingml/2006/main">
              <a:ext uri="{FF2B5EF4-FFF2-40B4-BE49-F238E27FC236}">
                <a16:creationId xmlns:a16="http://schemas.microsoft.com/office/drawing/2014/main" id="{529AB54B-EF15-418E-BF51-B11AB5D58BDD}"/>
              </a:ext>
            </a:extLst>
          </p:cNvPr>
          <p:cNvSpPr>
            <a:spLocks xmlns:a="http://schemas.openxmlformats.org/drawingml/2006/main" noGrp="1"/>
          </p:cNvSpPr>
          <p:nvPr/>
        </p:nvSpPr>
        <p:spPr>
          <a:xfrm xmlns:a="http://schemas.openxmlformats.org/drawingml/2006/main">
            <a:off x="2619375" y="6086475"/>
            <a:ext cx="1362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a:solidFill>
                  <a:srgbClr val="17243A"/>
                </a:solidFill>
                <a:latin typeface="Calibri"/>
                <a:ea typeface="Calibri"/>
                <a:cs typeface="Calibri"/>
              </a:defRPr>
            </a:defPPr>
          </a:lstStyle>
          <a:p xmlns:a="http://schemas.openxmlformats.org/drawingml/2006/main">
            <a:pPr algn="l">
              <a:lnSpc>
                <a:spcPct val="105000"/>
              </a:lnSpc>
              <a:buNone/>
              <a:defRPr sz="1875">
                <a:solidFill>
                  <a:srgbClr val="17243A"/>
                </a:solidFill>
                <a:latin typeface="Calibri"/>
                <a:ea typeface="Calibri"/>
                <a:cs typeface="Calibri"/>
              </a:defRPr>
            </a:pPr>
            <a:r>
              <a:rPr sz="1875">
                <a:solidFill>
                  <a:srgbClr val="17243A"/>
                </a:solidFill>
                <a:latin typeface="Calibri"/>
                <a:ea typeface="Calibri"/>
                <a:cs typeface="Calibri"/>
              </a:rPr>
              <a:t>Universidad EAFIT (2024). Sistema de reconocimiento de placas colombianas por redes convolucionales para acceso residencial.</a:t>
            </a:r>
          </a:p>
        </p:txBody>
      </p:sp>
      <p:sp>
        <p:nvSpPr>
          <p:cNvPr id="13" name="">
            <a:extLst xmlns:a="http://schemas.openxmlformats.org/drawingml/2006/main">
              <a:ext uri="{FF2B5EF4-FFF2-40B4-BE49-F238E27FC236}">
                <a16:creationId xmlns:a16="http://schemas.microsoft.com/office/drawing/2014/main" id="{B508B316-E209-4C26-8FF8-DD78FE077482}"/>
              </a:ext>
            </a:extLst>
          </p:cNvPr>
          <p:cNvSpPr>
            <a:spLocks xmlns:a="http://schemas.openxmlformats.org/drawingml/2006/main" noGrp="1"/>
          </p:cNvSpPr>
          <p:nvPr/>
        </p:nvSpPr>
        <p:spPr>
          <a:xfrm xmlns:a="http://schemas.openxmlformats.org/drawingml/2006/main">
            <a:off x="1666875" y="7305675"/>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F28C28"/>
                </a:solidFill>
                <a:latin typeface="Calibri"/>
                <a:ea typeface="Calibri"/>
                <a:cs typeface="Calibri"/>
              </a:defRPr>
            </a:defPPr>
          </a:lstStyle>
          <a:p xmlns:a="http://schemas.openxmlformats.org/drawingml/2006/main">
            <a:pPr algn="l">
              <a:lnSpc>
                <a:spcPct val="105000"/>
              </a:lnSpc>
              <a:buNone/>
              <a:defRPr sz="2250" b="1">
                <a:solidFill>
                  <a:srgbClr val="F28C28"/>
                </a:solidFill>
                <a:latin typeface="Calibri"/>
                <a:ea typeface="Calibri"/>
                <a:cs typeface="Calibri"/>
              </a:defRPr>
            </a:pPr>
            <a:r>
              <a:rPr sz="2250" b="1">
                <a:solidFill>
                  <a:srgbClr val="F28C28"/>
                </a:solidFill>
                <a:latin typeface="Calibri"/>
                <a:ea typeface="Calibri"/>
                <a:cs typeface="Calibri"/>
              </a:rPr>
              <a:t>05</a:t>
            </a:r>
          </a:p>
        </p:txBody>
      </p:sp>
      <p:sp>
        <p:nvSpPr>
          <p:cNvPr id="14" name="">
            <a:extLst xmlns:a="http://schemas.openxmlformats.org/drawingml/2006/main">
              <a:ext uri="{FF2B5EF4-FFF2-40B4-BE49-F238E27FC236}">
                <a16:creationId xmlns:a16="http://schemas.microsoft.com/office/drawing/2014/main" id="{2AC628BD-634A-4EC2-A99E-40C838823140}"/>
              </a:ext>
            </a:extLst>
          </p:cNvPr>
          <p:cNvSpPr>
            <a:spLocks xmlns:a="http://schemas.openxmlformats.org/drawingml/2006/main" noGrp="1"/>
          </p:cNvSpPr>
          <p:nvPr/>
        </p:nvSpPr>
        <p:spPr>
          <a:xfrm xmlns:a="http://schemas.openxmlformats.org/drawingml/2006/main">
            <a:off x="2619375" y="7305675"/>
            <a:ext cx="1362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a:solidFill>
                  <a:srgbClr val="17243A"/>
                </a:solidFill>
                <a:latin typeface="Calibri"/>
                <a:ea typeface="Calibri"/>
                <a:cs typeface="Calibri"/>
              </a:defRPr>
            </a:defPPr>
          </a:lstStyle>
          <a:p xmlns:a="http://schemas.openxmlformats.org/drawingml/2006/main">
            <a:pPr algn="l">
              <a:lnSpc>
                <a:spcPct val="105000"/>
              </a:lnSpc>
              <a:buNone/>
              <a:defRPr sz="1875">
                <a:solidFill>
                  <a:srgbClr val="17243A"/>
                </a:solidFill>
                <a:latin typeface="Calibri"/>
                <a:ea typeface="Calibri"/>
                <a:cs typeface="Calibri"/>
              </a:defRPr>
            </a:pPr>
            <a:r>
              <a:rPr sz="1875">
                <a:solidFill>
                  <a:srgbClr val="17243A"/>
                </a:solidFill>
                <a:latin typeface="Calibri"/>
                <a:ea typeface="Calibri"/>
                <a:cs typeface="Calibri"/>
              </a:rPr>
              <a:t>Anteproyecto Sistema de acceso vehicular para motocicletas mediante reconocimiento automático de placas con YOLO en la UPC.</a:t>
            </a:r>
          </a:p>
        </p:txBody>
      </p:sp>
    </p:spTree>
    <p:extLst>
      <p:ext uri="{BB962C8B-B14F-4D97-AF65-F5344CB8AC3E}">
        <p14:creationId xmlns:p14="http://schemas.microsoft.com/office/powerpoint/2010/main" val="1920713128"/>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507F6F58-AC05-4548-934C-D9D01BCF22B9}"/>
              </a:ext>
            </a:extLst>
          </p:cNvPr>
          <p:cNvPicPr>
            <a:picLocks xmlns:a="http://schemas.openxmlformats.org/drawingml/2006/main" noChangeAspect="1"/>
          </p:cNvPicPr>
          <p:nvPr/>
        </p:nvPicPr>
        <p:blipFill>
          <a:blip xmlns:r="http://schemas.openxmlformats.org/officeDocument/2006/relationships" xmlns:a="http://schemas.openxmlformats.org/drawingml/2006/main" r:embed="R8decf6ddb1084a39"/>
          <a:srcRect xmlns:a="http://schemas.openxmlformats.org/drawingml/2006/main" l="0" t="167" r="0" b="16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9674CB2-387B-4329-9BC5-9B03AA56A738}"/>
              </a:ext>
            </a:extLst>
          </p:cNvPr>
          <p:cNvSpPr>
            <a:spLocks xmlns:a="http://schemas.openxmlformats.org/drawingml/2006/main" noGrp="1"/>
          </p:cNvSpPr>
          <p:nvPr/>
        </p:nvSpPr>
        <p:spPr>
          <a:xfrm xmlns:a="http://schemas.openxmlformats.org/drawingml/2006/main">
            <a:off x="1143000" y="8001000"/>
            <a:ext cx="762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00" b="1">
                <a:solidFill>
                  <a:srgbClr val="FFFFFF"/>
                </a:solidFill>
                <a:latin typeface="Calibri"/>
                <a:ea typeface="Calibri"/>
                <a:cs typeface="Calibri"/>
              </a:defRPr>
            </a:defPPr>
          </a:lstStyle>
          <a:p xmlns:a="http://schemas.openxmlformats.org/drawingml/2006/main">
            <a:pPr algn="l">
              <a:lnSpc>
                <a:spcPct val="105000"/>
              </a:lnSpc>
              <a:buNone/>
              <a:defRPr sz="5100" b="1">
                <a:solidFill>
                  <a:srgbClr val="FFFFFF"/>
                </a:solidFill>
                <a:latin typeface="Calibri"/>
                <a:ea typeface="Calibri"/>
                <a:cs typeface="Calibri"/>
              </a:defRPr>
            </a:pPr>
            <a:r>
              <a:rPr sz="5100" b="1">
                <a:solidFill>
                  <a:srgbClr val="FFFFFF"/>
                </a:solidFill>
                <a:latin typeface="Calibri"/>
                <a:ea typeface="Calibri"/>
                <a:cs typeface="Calibri"/>
              </a:rPr>
              <a:t>Gracias</a:t>
            </a:r>
          </a:p>
        </p:txBody>
      </p:sp>
      <p:sp>
        <p:nvSpPr>
          <p:cNvPr id="3" name="">
            <a:extLst xmlns:a="http://schemas.openxmlformats.org/drawingml/2006/main">
              <a:ext uri="{FF2B5EF4-FFF2-40B4-BE49-F238E27FC236}">
                <a16:creationId xmlns:a16="http://schemas.microsoft.com/office/drawing/2014/main" id="{EBABD830-6AF2-4EE7-AC69-5155FFE4EC9C}"/>
              </a:ext>
            </a:extLst>
          </p:cNvPr>
          <p:cNvSpPr>
            <a:spLocks xmlns:a="http://schemas.openxmlformats.org/drawingml/2006/main" noGrp="1"/>
          </p:cNvSpPr>
          <p:nvPr/>
        </p:nvSpPr>
        <p:spPr>
          <a:xfrm xmlns:a="http://schemas.openxmlformats.org/drawingml/2006/main">
            <a:off x="1190625" y="8905875"/>
            <a:ext cx="1123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a:solidFill>
                  <a:srgbClr val="FFFFFF"/>
                </a:solidFill>
                <a:latin typeface="Calibri"/>
                <a:ea typeface="Calibri"/>
                <a:cs typeface="Calibri"/>
              </a:defRPr>
            </a:defPPr>
          </a:lstStyle>
          <a:p xmlns:a="http://schemas.openxmlformats.org/drawingml/2006/main">
            <a:pPr algn="l">
              <a:lnSpc>
                <a:spcPct val="105000"/>
              </a:lnSpc>
              <a:buNone/>
              <a:defRPr sz="2100">
                <a:solidFill>
                  <a:srgbClr val="FFFFFF"/>
                </a:solidFill>
                <a:latin typeface="Calibri"/>
                <a:ea typeface="Calibri"/>
                <a:cs typeface="Calibri"/>
              </a:defRPr>
            </a:pPr>
            <a:r>
              <a:rPr sz="2100">
                <a:solidFill>
                  <a:srgbClr val="FFFFFF"/>
                </a:solidFill>
                <a:latin typeface="Calibri"/>
                <a:ea typeface="Calibri"/>
                <a:cs typeface="Calibri"/>
              </a:rPr>
              <a:t>Sistema de acceso vehicular para motocicletas · UPC</a:t>
            </a:r>
          </a:p>
        </p:txBody>
      </p:sp>
    </p:spTree>
    <p:extLst>
      <p:ext uri="{BB962C8B-B14F-4D97-AF65-F5344CB8AC3E}">
        <p14:creationId xmlns:p14="http://schemas.microsoft.com/office/powerpoint/2010/main" val="20294940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2026-10-12T17:13:19.5300000Z</dcterms:created>
  <dcterms:modified xsi:type="dcterms:W3CDTF">2026-10-12T17:13:19.5300000Z</dcterms:modified>
</coreProperties>
</file>